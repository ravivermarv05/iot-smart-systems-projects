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Proxima Nova"/>
          <a:ea typeface="Proxima Nova"/>
          <a:cs typeface="Proxima Nov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9CCCB"/>
          </a:solidFill>
        </a:fill>
      </a:tcStyle>
    </a:wholeTbl>
    <a:band2H>
      <a:tcTxStyle b="def" i="def"/>
      <a:tcStyle>
        <a:tcBdr/>
        <a:fill>
          <a:solidFill>
            <a:srgbClr val="F4E7E7"/>
          </a:solidFill>
        </a:fill>
      </a:tcStyle>
    </a:band2H>
    <a:firstCol>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Proxima Nova"/>
          <a:ea typeface="Proxima Nova"/>
          <a:cs typeface="Proxima Nov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BCACC"/>
          </a:solidFill>
        </a:fill>
      </a:tcStyle>
    </a:wholeTbl>
    <a:band2H>
      <a:tcTxStyle b="def" i="def"/>
      <a:tcStyle>
        <a:tcBdr/>
        <a:fill>
          <a:solidFill>
            <a:srgbClr val="F5E6E7"/>
          </a:solidFill>
        </a:fill>
      </a:tcStyle>
    </a:band2H>
    <a:firstCol>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Proxima Nova"/>
          <a:ea typeface="Proxima Nova"/>
          <a:cs typeface="Proxima Nov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1F1F1"/>
          </a:solidFill>
        </a:fill>
      </a:tcStyle>
    </a:wholeTbl>
    <a:band2H>
      <a:tcTxStyle b="def" i="def"/>
      <a:tcStyle>
        <a:tcBdr/>
        <a:fill>
          <a:solidFill>
            <a:srgbClr val="F8F8F8"/>
          </a:solidFill>
        </a:fill>
      </a:tcStyle>
    </a:band2H>
    <a:firstCol>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Proxima Nova"/>
          <a:ea typeface="Proxima Nova"/>
          <a:cs typeface="Proxima Nova"/>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Proxima Nova"/>
          <a:ea typeface="Proxima Nova"/>
          <a:cs typeface="Proxima Nov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Proxima Nova"/>
          <a:ea typeface="Proxima Nova"/>
          <a:cs typeface="Proxima Nova"/>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Proxima Nova"/>
          <a:ea typeface="Proxima Nova"/>
          <a:cs typeface="Proxima Nova"/>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Proxima Nova"/>
          <a:ea typeface="Proxima Nova"/>
          <a:cs typeface="Proxima Nov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Proxima Nova"/>
          <a:ea typeface="Proxima Nova"/>
          <a:cs typeface="Proxima Nov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Proxima Nova"/>
          <a:ea typeface="Proxima Nova"/>
          <a:cs typeface="Proxima Nov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Proxima Nova"/>
          <a:ea typeface="Proxima Nova"/>
          <a:cs typeface="Proxima Nov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Proxima Nova"/>
          <a:ea typeface="Proxima Nova"/>
          <a:cs typeface="Proxima Nova"/>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Proxima Nova"/>
          <a:ea typeface="Proxima Nova"/>
          <a:cs typeface="Proxima Nov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2" name="Shape 132"/>
          <p:cNvSpPr/>
          <p:nvPr>
            <p:ph type="sldImg"/>
          </p:nvPr>
        </p:nvSpPr>
        <p:spPr>
          <a:xfrm>
            <a:off x="1143000" y="685800"/>
            <a:ext cx="4572000" cy="3429000"/>
          </a:xfrm>
          <a:prstGeom prst="rect">
            <a:avLst/>
          </a:prstGeom>
        </p:spPr>
        <p:txBody>
          <a:bodyPr/>
          <a:lstStyle/>
          <a:p>
            <a:pPr/>
          </a:p>
        </p:txBody>
      </p:sp>
      <p:sp>
        <p:nvSpPr>
          <p:cNvPr id="133" name="Shape 13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 Id="rId3" Type="http://schemas.openxmlformats.org/officeDocument/2006/relationships/hyperlink" Target="https://www.fh-zwickau.de/spr/studium/languages-and-business-administration-ba/auslandsjahr/studiensemester/partnerhochschulen/#c1342" TargetMode="External"/></Relationships>

</file>

<file path=ppt/notesSlides/_rels/notesSlide4.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Shape 137"/>
          <p:cNvSpPr/>
          <p:nvPr>
            <p:ph type="sldImg"/>
          </p:nvPr>
        </p:nvSpPr>
        <p:spPr>
          <a:prstGeom prst="rect">
            <a:avLst/>
          </a:prstGeom>
        </p:spPr>
        <p:txBody>
          <a:bodyPr/>
          <a:lstStyle/>
          <a:p>
            <a:pPr/>
          </a:p>
        </p:txBody>
      </p:sp>
      <p:sp>
        <p:nvSpPr>
          <p:cNvPr id="138" name="Shape 138"/>
          <p:cNvSpPr/>
          <p:nvPr>
            <p:ph type="body" sz="quarter" idx="1"/>
          </p:nvPr>
        </p:nvSpPr>
        <p:spPr>
          <a:prstGeom prst="rect">
            <a:avLst/>
          </a:prstGeom>
        </p:spPr>
        <p:txBody>
          <a:bodyPr/>
          <a:lstStyle/>
          <a:p>
            <a:pPr>
              <a:defRPr b="1"/>
            </a:pPr>
            <a:r>
              <a:t>Allgemeine Hochschulpräsentation</a:t>
            </a:r>
            <a:r>
              <a:rPr b="0"/>
              <a:t> zu den Themen Studium, Forschung, Studentenleben, Hochschulstadt Zwickau, Fakultäten, Struktur des Studiums. </a:t>
            </a:r>
            <a:endParaRPr b="0"/>
          </a:p>
          <a:p>
            <a:pPr/>
          </a:p>
          <a:p>
            <a:pPr/>
            <a:r>
              <a:t>Folien je nach Themenschwerpunkt ein- oder ausblenden und verschieben. </a:t>
            </a:r>
          </a:p>
          <a:p>
            <a:pPr/>
          </a:p>
          <a:p>
            <a:pPr/>
            <a:r>
              <a:t>Fotos aus Präsentation bitte nicht in anderen Kontexten verwenden (herauskopieren).</a:t>
            </a:r>
          </a:p>
          <a:p>
            <a:pPr/>
          </a:p>
          <a:p>
            <a:pPr/>
            <a:r>
              <a:t>Bei Tausch der Fotos Quellenangabe der Fotos ändern.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Shape 144"/>
          <p:cNvSpPr/>
          <p:nvPr>
            <p:ph type="sldImg"/>
          </p:nvPr>
        </p:nvSpPr>
        <p:spPr>
          <a:prstGeom prst="rect">
            <a:avLst/>
          </a:prstGeom>
        </p:spPr>
        <p:txBody>
          <a:bodyPr/>
          <a:lstStyle/>
          <a:p>
            <a:pPr/>
          </a:p>
        </p:txBody>
      </p:sp>
      <p:sp>
        <p:nvSpPr>
          <p:cNvPr id="145" name="Shape 145"/>
          <p:cNvSpPr/>
          <p:nvPr>
            <p:ph type="body" sz="quarter" idx="1"/>
          </p:nvPr>
        </p:nvSpPr>
        <p:spPr>
          <a:prstGeom prst="rect">
            <a:avLst/>
          </a:prstGeom>
        </p:spPr>
        <p:txBody>
          <a:bodyPr/>
          <a:lstStyle/>
          <a:p>
            <a:pPr marL="342900" indent="-342900">
              <a:lnSpc>
                <a:spcPct val="107000"/>
              </a:lnSpc>
              <a:spcBef>
                <a:spcPts val="800"/>
              </a:spcBef>
              <a:buSzPct val="100000"/>
              <a:buFont typeface="Times New Roman"/>
              <a:buChar char="-"/>
              <a:tabLst>
                <a:tab pos="457200" algn="l"/>
              </a:tabLst>
            </a:pPr>
            <a:r>
              <a:t>HAW - Hochschule für angewandte Wissenschaften – theoretische Grundlagen in die Praxis überführen und dadurch praxisnah studieren – „University of Applied Science“</a:t>
            </a:r>
          </a:p>
          <a:p>
            <a:pPr marL="342900" indent="-342900">
              <a:lnSpc>
                <a:spcPct val="107000"/>
              </a:lnSpc>
              <a:spcBef>
                <a:spcPts val="800"/>
              </a:spcBef>
              <a:buSzPct val="100000"/>
              <a:buFont typeface="Times New Roman"/>
              <a:buChar char="-"/>
              <a:tabLst>
                <a:tab pos="457200" algn="l"/>
              </a:tabLst>
            </a:pPr>
            <a:r>
              <a:t>Unterscheidung Fachhochschule und Universität – Stichwort: Praxisorientierung</a:t>
            </a:r>
          </a:p>
          <a:p>
            <a:pPr marL="342900" indent="-342900">
              <a:lnSpc>
                <a:spcPct val="107000"/>
              </a:lnSpc>
              <a:spcBef>
                <a:spcPts val="800"/>
              </a:spcBef>
              <a:buSzPct val="100000"/>
              <a:buFont typeface="Times New Roman"/>
              <a:buChar char="-"/>
              <a:tabLst>
                <a:tab pos="457200" algn="l"/>
              </a:tabLst>
            </a:pPr>
            <a:r>
              <a:t>RUND 3000 Studierende, viele internationale Studierende in allen Studienbereichen</a:t>
            </a:r>
          </a:p>
          <a:p>
            <a:pPr marL="342900" indent="-342900">
              <a:lnSpc>
                <a:spcPct val="107000"/>
              </a:lnSpc>
              <a:spcBef>
                <a:spcPts val="800"/>
              </a:spcBef>
              <a:buSzPct val="100000"/>
              <a:buFont typeface="Times New Roman"/>
              <a:buChar char="-"/>
              <a:tabLst>
                <a:tab pos="457200" algn="l"/>
              </a:tabLst>
            </a:pPr>
            <a:r>
              <a:t>Vergleich zu anderen Hochschulen / Unis, z.B. TU DD 30.000</a:t>
            </a:r>
          </a:p>
          <a:p>
            <a:pPr marL="342900" indent="-342900">
              <a:lnSpc>
                <a:spcPct val="107000"/>
              </a:lnSpc>
              <a:spcBef>
                <a:spcPts val="800"/>
              </a:spcBef>
              <a:buSzPct val="100000"/>
              <a:buFont typeface="Times New Roman"/>
              <a:buChar char="-"/>
              <a:tabLst>
                <a:tab pos="457200" algn="l"/>
              </a:tabLst>
            </a:pPr>
            <a:r>
              <a:t>Weiter wachsendes Studiengangsportfolio – 62 Studiengänge </a:t>
            </a:r>
          </a:p>
          <a:p>
            <a:pPr marL="342900" indent="-342900">
              <a:lnSpc>
                <a:spcPct val="107000"/>
              </a:lnSpc>
              <a:spcBef>
                <a:spcPts val="800"/>
              </a:spcBef>
              <a:buSzPct val="100000"/>
              <a:buFont typeface="Times New Roman"/>
              <a:buChar char="-"/>
              <a:tabLst>
                <a:tab pos="457200" algn="l"/>
              </a:tabLst>
            </a:pPr>
            <a:r>
              <a:t>Derzeit 4 Standorte | Hauptstandort mit 90% der Studiengänge in Zwickau | Zwei Campus – Innenstadt/Scheffelstraße, Schneeberg – AKS, noch Reichenbach – Institut Leder und Textiltechnik, Markneukirchen (Frage: Wofür ist dieser Standort bekannt?) – Musikinstrumentenbau für Streich-/Zupfinstrumente</a:t>
            </a:r>
          </a:p>
          <a:p>
            <a:pPr marL="342900" indent="-342900">
              <a:lnSpc>
                <a:spcPct val="107000"/>
              </a:lnSpc>
              <a:spcBef>
                <a:spcPts val="800"/>
              </a:spcBef>
              <a:buSzPct val="100000"/>
              <a:buFont typeface="Times New Roman"/>
              <a:buChar char="-"/>
              <a:tabLst>
                <a:tab pos="457200" algn="l"/>
              </a:tabLst>
            </a:pPr>
          </a:p>
          <a:p>
            <a:pPr marL="342900" indent="-342900">
              <a:lnSpc>
                <a:spcPct val="107000"/>
              </a:lnSpc>
              <a:spcBef>
                <a:spcPts val="800"/>
              </a:spcBef>
              <a:buSzPct val="100000"/>
              <a:buFont typeface="Times New Roman"/>
              <a:buChar char="-"/>
              <a:tabLst>
                <a:tab pos="457200" algn="l"/>
              </a:tabLst>
            </a:pPr>
          </a:p>
          <a:p>
            <a:pPr>
              <a:lnSpc>
                <a:spcPct val="107000"/>
              </a:lnSpc>
              <a:spcBef>
                <a:spcPts val="800"/>
              </a:spcBef>
            </a:pPr>
            <a:r>
              <a:t>Einbezug SuS:</a:t>
            </a:r>
          </a:p>
          <a:p>
            <a:pPr marL="342900" indent="-342900">
              <a:lnSpc>
                <a:spcPct val="107000"/>
              </a:lnSpc>
              <a:buSzPct val="100000"/>
              <a:buFont typeface="Times New Roman"/>
              <a:buChar char="-"/>
              <a:tabLst>
                <a:tab pos="457200" algn="l"/>
              </a:tabLst>
            </a:pPr>
            <a:r>
              <a:t>Warum sind wir „Hochschule für Mobilität“?</a:t>
            </a:r>
          </a:p>
          <a:p>
            <a:pPr marL="342900" indent="-342900">
              <a:lnSpc>
                <a:spcPct val="107000"/>
              </a:lnSpc>
              <a:spcBef>
                <a:spcPts val="800"/>
              </a:spcBef>
              <a:buSzPct val="100000"/>
              <a:buFont typeface="Times New Roman"/>
              <a:buChar char="-"/>
              <a:tabLst>
                <a:tab pos="457200" algn="l"/>
              </a:tabLst>
            </a:pPr>
            <a:r>
              <a:t>Idee – Foto von CampusTour mit #WHZ auf Insta posten</a:t>
            </a:r>
          </a:p>
          <a:p>
            <a:pPr marL="342900" indent="-342900">
              <a:lnSpc>
                <a:spcPct val="107000"/>
              </a:lnSpc>
              <a:buSzPct val="100000"/>
              <a:buFont typeface="Times New Roman"/>
              <a:buChar char="-"/>
              <a:tabLst>
                <a:tab pos="457200" algn="l"/>
              </a:tabLst>
            </a:pPr>
            <a:r>
              <a:t>Wie viele Studiengänge werden in Deutschland angeboten? Schätzung | 20.000 </a:t>
            </a:r>
          </a:p>
          <a:p>
            <a:pPr marL="342900" indent="-342900">
              <a:lnSpc>
                <a:spcPct val="107000"/>
              </a:lnSpc>
              <a:buSzPct val="100000"/>
              <a:buFont typeface="Times New Roman"/>
              <a:buChar char="-"/>
              <a:tabLst>
                <a:tab pos="457200" algn="l"/>
              </a:tabLst>
            </a:pPr>
            <a:r>
              <a:t>Wisst ihr wie viele Studierende in etwa an der TU Dresden studieren? | 30.500 Studierende</a:t>
            </a:r>
          </a:p>
          <a:p>
            <a:pPr marL="342900" indent="-342900">
              <a:lnSpc>
                <a:spcPct val="107000"/>
              </a:lnSpc>
              <a:buSzPct val="100000"/>
              <a:buFont typeface="Times New Roman"/>
              <a:buChar char="-"/>
              <a:tabLst>
                <a:tab pos="457200" algn="l"/>
              </a:tabLst>
            </a:pPr>
            <a:r>
              <a:t>Mit welcher Abschlussart könnt ihr nach dem Abitur starten? | Bachelor, Diplom</a:t>
            </a:r>
          </a:p>
          <a:p>
            <a:pPr marL="342900" indent="-342900">
              <a:lnSpc>
                <a:spcPct val="107000"/>
              </a:lnSpc>
              <a:spcBef>
                <a:spcPts val="800"/>
              </a:spcBef>
              <a:buSzPct val="100000"/>
              <a:buFont typeface="Times New Roman"/>
              <a:buChar char="-"/>
              <a:tabLst>
                <a:tab pos="457200" algn="l"/>
              </a:tabLst>
            </a:pPr>
            <a:r>
              <a:t>Wofür ist Markneukirchen bekannt? | Instrumentenbau – Welche? | Streich- und Zupfinstrumente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a:lnSpc>
                <a:spcPct val="107000"/>
              </a:lnSpc>
              <a:spcBef>
                <a:spcPts val="800"/>
              </a:spcBef>
              <a:defRPr b="1"/>
            </a:pPr>
            <a:r>
              <a:t>Inhalt:</a:t>
            </a:r>
          </a:p>
          <a:p>
            <a:pPr marL="342900" indent="-342900">
              <a:lnSpc>
                <a:spcPct val="107000"/>
              </a:lnSpc>
              <a:buSzPct val="100000"/>
              <a:buFont typeface="Times New Roman"/>
              <a:buChar char="-"/>
              <a:tabLst>
                <a:tab pos="457200" algn="l"/>
              </a:tabLst>
              <a:defRPr b="1"/>
            </a:pPr>
            <a:r>
              <a:t>Hoher Praxisanteil </a:t>
            </a:r>
            <a:r>
              <a:rPr b="0"/>
              <a:t>| HAW | Vorlesungsinhalte werden in die Praxis – Praktikum, Seminare, Laborversuche überführt| während des Studiums ist ein Praxissemester vorgesehen</a:t>
            </a:r>
            <a:endParaRPr b="0"/>
          </a:p>
          <a:p>
            <a:pPr marL="342900" indent="-342900">
              <a:lnSpc>
                <a:spcPct val="107000"/>
              </a:lnSpc>
              <a:buSzPct val="100000"/>
              <a:buFont typeface="Times New Roman"/>
              <a:buChar char="-"/>
              <a:tabLst>
                <a:tab pos="457200" algn="l"/>
              </a:tabLst>
              <a:defRPr b="1"/>
            </a:pPr>
            <a:r>
              <a:t>150 Partner-Unis weltweit </a:t>
            </a:r>
            <a:r>
              <a:rPr b="0"/>
              <a:t>| Möglichkeit für ein Semester im Ausland zu studieren, Kontakte der WHZ nutzen, um Organisationsaufwand zu sparen, in Studiengängen mit sprachlicher Ausbildung bzw. internationaler Ausrichtung – Auslandssemester vorgesehen, Vorteil: keine Studiengebühren im Ausland | </a:t>
            </a:r>
            <a:r>
              <a:rPr b="0" u="sng">
                <a:solidFill>
                  <a:srgbClr val="949494"/>
                </a:solidFill>
                <a:uFill>
                  <a:solidFill>
                    <a:srgbClr val="949494"/>
                  </a:solidFill>
                </a:uFill>
                <a:hlinkClick r:id="rId3" invalidUrl="" action="" tgtFrame="" tooltip="" history="1" highlightClick="0" endSnd="0"/>
              </a:rPr>
              <a:t>https://www.fh-zwickau.de/spr/studium/languages-and-business-administration-ba/auslandsjahr/studiensemester/partnerhochschulen/#c1342</a:t>
            </a:r>
            <a:r>
              <a:rPr b="0"/>
              <a:t> |Internationalität: Weltoffene Hochschule, viele ausländische Studierende, Kulturaustausch</a:t>
            </a:r>
            <a:endParaRPr b="0"/>
          </a:p>
          <a:p>
            <a:pPr marL="342900" indent="-342900">
              <a:lnSpc>
                <a:spcPct val="107000"/>
              </a:lnSpc>
              <a:buSzPct val="100000"/>
              <a:buFont typeface="Times New Roman"/>
              <a:buChar char="-"/>
              <a:tabLst>
                <a:tab pos="457200" algn="l"/>
              </a:tabLst>
              <a:defRPr b="1"/>
            </a:pPr>
            <a:r>
              <a:t>Effiziente Studienorganisation </a:t>
            </a:r>
            <a:r>
              <a:rPr b="0"/>
              <a:t>| Stundenplan zu Beginn des Semesters festgelegt, alle Vorlesungen, Seminare, Praktika für ein Semester können belegt werden – keine Überbelegung, Zeiten: Mo-Fr – 7:30 – meist max. 16:50 Uhr, Regelstudienzeit kann eingehalten werden</a:t>
            </a:r>
            <a:endParaRPr b="0"/>
          </a:p>
          <a:p>
            <a:pPr marL="342900" indent="-342900">
              <a:lnSpc>
                <a:spcPct val="107000"/>
              </a:lnSpc>
              <a:buSzPct val="100000"/>
              <a:buFont typeface="Times New Roman"/>
              <a:buChar char="-"/>
              <a:tabLst>
                <a:tab pos="457200" algn="l"/>
              </a:tabLst>
              <a:defRPr b="1"/>
            </a:pPr>
            <a:r>
              <a:t>NC-freie Studiengänge </a:t>
            </a:r>
            <a:r>
              <a:rPr b="0"/>
              <a:t>| Studiengangsvoraussetzung ist Fachhochschulreife – Abschlussnote nicht relevant, Bewerbung = Einschreibung, </a:t>
            </a:r>
            <a:endParaRPr b="0"/>
          </a:p>
          <a:p>
            <a:pPr marL="342900" indent="-342900">
              <a:lnSpc>
                <a:spcPct val="107000"/>
              </a:lnSpc>
              <a:buSzPct val="100000"/>
              <a:buFont typeface="Times New Roman"/>
              <a:buChar char="-"/>
              <a:tabLst>
                <a:tab pos="457200" algn="l"/>
              </a:tabLst>
              <a:defRPr b="1"/>
            </a:pPr>
            <a:r>
              <a:t>Sachsenweites Semesterticket </a:t>
            </a:r>
            <a:r>
              <a:rPr b="0"/>
              <a:t>| inbegriffen in Semesterbeitrag (ca. 270 Euro pro Halbjahr), Nahverkehr in Sachsen und Stadtverkehr Zwickau, zwischen Campusteilen in Zwickau mit 13min Fahrt</a:t>
            </a:r>
            <a:endParaRPr b="0"/>
          </a:p>
          <a:p>
            <a:pPr marL="342900" indent="-342900">
              <a:lnSpc>
                <a:spcPct val="107000"/>
              </a:lnSpc>
              <a:buSzPct val="100000"/>
              <a:buFont typeface="Times New Roman"/>
              <a:buChar char="-"/>
              <a:tabLst>
                <a:tab pos="457200" algn="l"/>
              </a:tabLst>
              <a:defRPr b="1"/>
            </a:pPr>
            <a:r>
              <a:t>Moderne Labore </a:t>
            </a:r>
            <a:r>
              <a:rPr b="0"/>
              <a:t>| Neubau Hochtechnologiezentrum für Labore und Forschungseinrichtungen, Neubau Technikum für Institut Textil und Ledertechnik, Labor und Seminarflächen</a:t>
            </a:r>
            <a:endParaRPr b="0"/>
          </a:p>
          <a:p>
            <a:pPr marL="342900" indent="-342900">
              <a:lnSpc>
                <a:spcPct val="107000"/>
              </a:lnSpc>
              <a:spcBef>
                <a:spcPts val="800"/>
              </a:spcBef>
              <a:buSzPct val="100000"/>
              <a:buFont typeface="Times New Roman"/>
              <a:buChar char="-"/>
              <a:tabLst>
                <a:tab pos="457200" algn="l"/>
              </a:tabLst>
              <a:defRPr b="1">
                <a:solidFill>
                  <a:srgbClr val="0A2651"/>
                </a:solidFill>
                <a:latin typeface="Segoe UI"/>
                <a:ea typeface="Segoe UI"/>
                <a:cs typeface="Segoe UI"/>
                <a:sym typeface="Segoe UI"/>
              </a:defRPr>
            </a:pPr>
            <a:r>
              <a:t>Enge Kooperation mit Unternehmen der Region </a:t>
            </a:r>
            <a:r>
              <a:rPr b="0"/>
              <a:t>(Stipendien</a:t>
            </a:r>
            <a:r>
              <a:rPr b="0">
                <a:solidFill>
                  <a:srgbClr val="000000"/>
                </a:solidFill>
                <a:latin typeface="+mj-lt"/>
                <a:ea typeface="+mj-ea"/>
                <a:cs typeface="+mj-cs"/>
                <a:sym typeface="Calibri"/>
              </a:rPr>
              <a:t> | Praktika | Werksstudenten | Abschlussarbeiten | Forschungsprojekte) </a:t>
            </a:r>
            <a:endParaRPr b="0">
              <a:solidFill>
                <a:srgbClr val="000000"/>
              </a:solidFill>
              <a:latin typeface="+mj-lt"/>
              <a:ea typeface="+mj-ea"/>
              <a:cs typeface="+mj-cs"/>
              <a:sym typeface="Calibri"/>
            </a:endParaRPr>
          </a:p>
          <a:p>
            <a:pPr marL="342900" indent="-342900">
              <a:lnSpc>
                <a:spcPct val="107000"/>
              </a:lnSpc>
              <a:spcBef>
                <a:spcPts val="800"/>
              </a:spcBef>
              <a:buSzPct val="100000"/>
              <a:buFont typeface="Times New Roman"/>
              <a:buChar char="-"/>
              <a:tabLst>
                <a:tab pos="457200" algn="l"/>
              </a:tabLst>
            </a:pPr>
          </a:p>
          <a:p>
            <a:pPr>
              <a:lnSpc>
                <a:spcPct val="107000"/>
              </a:lnSpc>
              <a:spcBef>
                <a:spcPts val="800"/>
              </a:spcBef>
              <a:defRPr b="1"/>
            </a:pPr>
            <a:r>
              <a:t>Einbezug SuS:</a:t>
            </a:r>
          </a:p>
          <a:p>
            <a:pPr marL="342900" indent="-342900">
              <a:lnSpc>
                <a:spcPct val="107000"/>
              </a:lnSpc>
              <a:buSzPct val="100000"/>
              <a:buFont typeface="Times New Roman"/>
              <a:buChar char="-"/>
              <a:tabLst>
                <a:tab pos="457200" algn="l"/>
              </a:tabLst>
            </a:pPr>
            <a:r>
              <a:t>3000 Studierende | Wie ist das Betreuungsverhältnis Studierende : Professoren | 1:20</a:t>
            </a:r>
          </a:p>
          <a:p>
            <a:pPr marL="342900" indent="-342900">
              <a:lnSpc>
                <a:spcPct val="107000"/>
              </a:lnSpc>
              <a:spcBef>
                <a:spcPts val="800"/>
              </a:spcBef>
              <a:buSzPct val="100000"/>
              <a:buFont typeface="Times New Roman"/>
              <a:buChar char="-"/>
              <a:tabLst>
                <a:tab pos="457200" algn="l"/>
              </a:tabLst>
            </a:pPr>
            <a:r>
              <a:t>Was bedeutet NC-freie Studiengänge? | Durchschnittsnote Abitur | Bewerbung = Zulassung zum Studium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hape 194"/>
          <p:cNvSpPr/>
          <p:nvPr>
            <p:ph type="sldImg"/>
          </p:nvPr>
        </p:nvSpPr>
        <p:spPr>
          <a:prstGeom prst="rect">
            <a:avLst/>
          </a:prstGeom>
        </p:spPr>
        <p:txBody>
          <a:bodyPr/>
          <a:lstStyle/>
          <a:p>
            <a:pPr/>
          </a:p>
        </p:txBody>
      </p:sp>
      <p:sp>
        <p:nvSpPr>
          <p:cNvPr id="195" name="Shape 195"/>
          <p:cNvSpPr/>
          <p:nvPr>
            <p:ph type="body" sz="quarter" idx="1"/>
          </p:nvPr>
        </p:nvSpPr>
        <p:spPr>
          <a:prstGeom prst="rect">
            <a:avLst/>
          </a:prstGeom>
        </p:spPr>
        <p:txBody>
          <a:bodyPr/>
          <a:lstStyle/>
          <a:p>
            <a:pPr>
              <a:lnSpc>
                <a:spcPct val="107000"/>
              </a:lnSpc>
              <a:spcBef>
                <a:spcPts val="800"/>
              </a:spcBef>
              <a:defRPr b="1"/>
            </a:pPr>
            <a:r>
              <a:t>Inhalt:</a:t>
            </a:r>
          </a:p>
          <a:p>
            <a:pPr marL="342900" indent="-342900">
              <a:lnSpc>
                <a:spcPct val="107000"/>
              </a:lnSpc>
              <a:buSzPct val="100000"/>
              <a:buFont typeface="Times New Roman"/>
              <a:buChar char="-"/>
              <a:tabLst>
                <a:tab pos="457200" algn="l"/>
              </a:tabLst>
            </a:pPr>
            <a:r>
              <a:t>5 Studienbereiche mit 8 Fakultäten - Gruppe von zusammengehörigen Wissenschaften</a:t>
            </a:r>
          </a:p>
          <a:p>
            <a:pPr marL="342900" indent="-342900">
              <a:lnSpc>
                <a:spcPct val="107000"/>
              </a:lnSpc>
              <a:buSzPct val="100000"/>
              <a:buFont typeface="Times New Roman"/>
              <a:buChar char="-"/>
              <a:tabLst>
                <a:tab pos="457200" algn="l"/>
              </a:tabLst>
            </a:pPr>
            <a:r>
              <a:t>Technik – Elektrotechnik, Kraftfahzeugtechnik, Automobil- und Maschinenbau, Physikalische Technik und Informatik</a:t>
            </a:r>
          </a:p>
          <a:p>
            <a:pPr marL="342900" indent="-342900">
              <a:lnSpc>
                <a:spcPct val="107000"/>
              </a:lnSpc>
              <a:buSzPct val="100000"/>
              <a:buFont typeface="Times New Roman"/>
              <a:buChar char="-"/>
              <a:tabLst>
                <a:tab pos="457200" algn="l"/>
              </a:tabLst>
            </a:pPr>
            <a:r>
              <a:t>Wirtschaft – Wirtschaftswissenschaften – Manangement/Verwaltung, Verbindung auch mit Sprachen, Soziales, Gesundheit und Technik </a:t>
            </a:r>
          </a:p>
          <a:p>
            <a:pPr marL="342900" indent="-342900">
              <a:lnSpc>
                <a:spcPct val="107000"/>
              </a:lnSpc>
              <a:buSzPct val="100000"/>
              <a:buFont typeface="Times New Roman"/>
              <a:buChar char="-"/>
              <a:tabLst>
                <a:tab pos="457200" algn="l"/>
              </a:tabLst>
            </a:pPr>
            <a:r>
              <a:t>Gesundheit – Fakultät Gesundheits- und Pflegewissenschaften, auch Qualifizierungsangebote für Berufstätige</a:t>
            </a:r>
          </a:p>
          <a:p>
            <a:pPr marL="342900" indent="-342900">
              <a:lnSpc>
                <a:spcPct val="107000"/>
              </a:lnSpc>
              <a:buSzPct val="100000"/>
              <a:buFont typeface="Times New Roman"/>
              <a:buChar char="-"/>
              <a:tabLst>
                <a:tab pos="457200" algn="l"/>
              </a:tabLst>
            </a:pPr>
            <a:r>
              <a:t>Sprachen – Richtungen: Spanisch/Portugiesisch, Chinesisch, (Französisch), Besonderheit: Gebärdensprachdolmetschen</a:t>
            </a:r>
          </a:p>
          <a:p>
            <a:pPr marL="342900" indent="-342900">
              <a:lnSpc>
                <a:spcPct val="107000"/>
              </a:lnSpc>
              <a:buSzPct val="100000"/>
              <a:buFont typeface="Times New Roman"/>
              <a:buChar char="-"/>
              <a:tabLst>
                <a:tab pos="457200" algn="l"/>
              </a:tabLst>
            </a:pPr>
            <a:r>
              <a:t>Angewandte Kunst – Studiengang Gestaltung mit Holzdesign, Modedesign oder Textildesign | Umgangssprachlich Design NICHT Kunst</a:t>
            </a:r>
          </a:p>
          <a:p>
            <a:pPr>
              <a:lnSpc>
                <a:spcPct val="107000"/>
              </a:lnSpc>
              <a:spcBef>
                <a:spcPts val="800"/>
              </a:spcBef>
              <a:defRPr b="1"/>
            </a:pPr>
            <a:r>
              <a:t>Einbezug SuS:</a:t>
            </a:r>
          </a:p>
          <a:p>
            <a:pPr marL="342900" indent="-342900">
              <a:lnSpc>
                <a:spcPct val="107000"/>
              </a:lnSpc>
              <a:buSzPct val="100000"/>
              <a:buFont typeface="Times New Roman"/>
              <a:buChar char="-"/>
              <a:tabLst>
                <a:tab pos="457200" algn="l"/>
              </a:tabLst>
            </a:pPr>
            <a:r>
              <a:t>Für welchen Studienbereich interessierst du dich? | Handzeichen | Informationen für Interessenbereich einholen, um die richtige Wahl Studiengangswahl zu treffen</a:t>
            </a:r>
          </a:p>
          <a:p>
            <a:pPr marL="342900" indent="-342900">
              <a:lnSpc>
                <a:spcPct val="107000"/>
              </a:lnSpc>
              <a:spcBef>
                <a:spcPts val="800"/>
              </a:spcBef>
              <a:buSzPct val="100000"/>
              <a:buFont typeface="Times New Roman"/>
              <a:buChar char="-"/>
              <a:tabLst>
                <a:tab pos="457200" algn="l"/>
              </a:tabLst>
            </a:pPr>
            <a:r>
              <a:t>Blick auf das Programm – Welcher Bereich wird näher betrachtet?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rtfolie_Bild_Looping">
    <p:spTree>
      <p:nvGrpSpPr>
        <p:cNvPr id="1" name=""/>
        <p:cNvGrpSpPr/>
        <p:nvPr/>
      </p:nvGrpSpPr>
      <p:grpSpPr>
        <a:xfrm>
          <a:off x="0" y="0"/>
          <a:ext cx="0" cy="0"/>
          <a:chOff x="0" y="0"/>
          <a:chExt cx="0" cy="0"/>
        </a:xfrm>
      </p:grpSpPr>
      <p:sp>
        <p:nvSpPr>
          <p:cNvPr id="15" name="Body Level One…"/>
          <p:cNvSpPr txBox="1"/>
          <p:nvPr>
            <p:ph type="body" sz="quarter" idx="1" hasCustomPrompt="1"/>
          </p:nvPr>
        </p:nvSpPr>
        <p:spPr>
          <a:prstGeom prst="rect">
            <a:avLst/>
          </a:prstGeom>
        </p:spPr>
        <p:txBody>
          <a:bodyPr/>
          <a:lstStyle/>
          <a:p>
            <a:pPr/>
            <a:r>
              <a:t>Titel der Präsentation </a:t>
            </a:r>
          </a:p>
          <a:p>
            <a:pPr lvl="1"/>
            <a:r>
              <a:t/>
            </a:r>
          </a:p>
          <a:p>
            <a:pPr lvl="2"/>
            <a:r>
              <a:t/>
            </a:r>
          </a:p>
          <a:p>
            <a:pPr lvl="3"/>
            <a:r>
              <a:t/>
            </a:r>
          </a:p>
          <a:p>
            <a:pPr lvl="4"/>
            <a:r>
              <a:t/>
            </a:r>
          </a:p>
        </p:txBody>
      </p:sp>
      <p:sp>
        <p:nvSpPr>
          <p:cNvPr id="16" name="Textplatzhalter 58"/>
          <p:cNvSpPr/>
          <p:nvPr>
            <p:ph type="body" sz="quarter" idx="21" hasCustomPrompt="1"/>
          </p:nvPr>
        </p:nvSpPr>
        <p:spPr>
          <a:xfrm>
            <a:off x="583303" y="4468405"/>
            <a:ext cx="3899209" cy="563232"/>
          </a:xfrm>
          <a:prstGeom prst="rect">
            <a:avLst/>
          </a:prstGeom>
        </p:spPr>
        <p:txBody>
          <a:bodyPr/>
          <a:lstStyle>
            <a:lvl1pPr defTabSz="795527">
              <a:spcBef>
                <a:spcPts val="800"/>
              </a:spcBef>
              <a:defRPr sz="2958"/>
            </a:lvl1pPr>
          </a:lstStyle>
          <a:p>
            <a:pPr/>
            <a:r>
              <a:t>in zwei Textzeilen</a:t>
            </a:r>
          </a:p>
        </p:txBody>
      </p:sp>
      <p:sp>
        <p:nvSpPr>
          <p:cNvPr id="17" name="Textplatzhalter 58"/>
          <p:cNvSpPr/>
          <p:nvPr>
            <p:ph type="body" sz="quarter" idx="22" hasCustomPrompt="1"/>
          </p:nvPr>
        </p:nvSpPr>
        <p:spPr>
          <a:xfrm>
            <a:off x="594257" y="5174057"/>
            <a:ext cx="4588115" cy="563232"/>
          </a:xfrm>
          <a:prstGeom prst="rect">
            <a:avLst/>
          </a:prstGeom>
        </p:spPr>
        <p:txBody>
          <a:bodyPr/>
          <a:lstStyle>
            <a:lvl1pPr defTabSz="777240">
              <a:spcBef>
                <a:spcPts val="800"/>
              </a:spcBef>
              <a:defRPr sz="2890"/>
            </a:lvl1pPr>
          </a:lstStyle>
          <a:p>
            <a:pPr/>
            <a:r>
              <a:t>(dritte Zeile optional)</a:t>
            </a:r>
          </a:p>
        </p:txBody>
      </p:sp>
      <p:sp>
        <p:nvSpPr>
          <p:cNvPr id="18" name="Textplatzhalter 58"/>
          <p:cNvSpPr/>
          <p:nvPr>
            <p:ph type="body" sz="quarter" idx="23" hasCustomPrompt="1"/>
          </p:nvPr>
        </p:nvSpPr>
        <p:spPr>
          <a:xfrm>
            <a:off x="586572" y="5879708"/>
            <a:ext cx="2564807" cy="369333"/>
          </a:xfrm>
          <a:prstGeom prst="rect">
            <a:avLst/>
          </a:prstGeom>
          <a:noFill/>
        </p:spPr>
        <p:txBody>
          <a:bodyPr/>
          <a:lstStyle>
            <a:lvl1pPr defTabSz="841247">
              <a:spcBef>
                <a:spcPts val="900"/>
              </a:spcBef>
              <a:defRPr b="0" sz="1840">
                <a:solidFill>
                  <a:srgbClr val="FFFFFF"/>
                </a:solidFill>
              </a:defRPr>
            </a:lvl1pPr>
          </a:lstStyle>
          <a:p>
            <a:pPr/>
            <a:r>
              <a:t>(Unterzeile optional) </a:t>
            </a:r>
          </a:p>
        </p:txBody>
      </p:sp>
      <p:sp>
        <p:nvSpPr>
          <p:cNvPr id="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tartfolie_Bild_austauschbar">
    <p:spTree>
      <p:nvGrpSpPr>
        <p:cNvPr id="1" name=""/>
        <p:cNvGrpSpPr/>
        <p:nvPr/>
      </p:nvGrpSpPr>
      <p:grpSpPr>
        <a:xfrm>
          <a:off x="0" y="0"/>
          <a:ext cx="0" cy="0"/>
          <a:chOff x="0" y="0"/>
          <a:chExt cx="0" cy="0"/>
        </a:xfrm>
      </p:grpSpPr>
      <p:pic>
        <p:nvPicPr>
          <p:cNvPr id="26" name="Grafik 2" descr="Grafik 2"/>
          <p:cNvPicPr>
            <a:picLocks noChangeAspect="1"/>
          </p:cNvPicPr>
          <p:nvPr/>
        </p:nvPicPr>
        <p:blipFill>
          <a:blip r:embed="rId2">
            <a:extLst/>
          </a:blip>
          <a:srcRect l="421" t="0" r="0" b="0"/>
          <a:stretch>
            <a:fillRect/>
          </a:stretch>
        </p:blipFill>
        <p:spPr>
          <a:xfrm>
            <a:off x="0" y="2441985"/>
            <a:ext cx="12210324" cy="4479466"/>
          </a:xfrm>
          <a:prstGeom prst="rect">
            <a:avLst/>
          </a:prstGeom>
          <a:ln w="12700">
            <a:miter lim="400000"/>
          </a:ln>
        </p:spPr>
      </p:pic>
      <p:pic>
        <p:nvPicPr>
          <p:cNvPr id="27" name="Grafik 9" descr="Grafik 9"/>
          <p:cNvPicPr>
            <a:picLocks noChangeAspect="1"/>
          </p:cNvPicPr>
          <p:nvPr/>
        </p:nvPicPr>
        <p:blipFill>
          <a:blip r:embed="rId3">
            <a:extLst/>
          </a:blip>
          <a:stretch>
            <a:fillRect/>
          </a:stretch>
        </p:blipFill>
        <p:spPr>
          <a:xfrm>
            <a:off x="0" y="91"/>
            <a:ext cx="5664200" cy="2357124"/>
          </a:xfrm>
          <a:prstGeom prst="rect">
            <a:avLst/>
          </a:prstGeom>
          <a:ln w="12700">
            <a:miter lim="400000"/>
          </a:ln>
        </p:spPr>
      </p:pic>
      <p:sp>
        <p:nvSpPr>
          <p:cNvPr id="28" name="Body Level One…"/>
          <p:cNvSpPr txBox="1"/>
          <p:nvPr>
            <p:ph type="body" sz="quarter" idx="1" hasCustomPrompt="1"/>
          </p:nvPr>
        </p:nvSpPr>
        <p:spPr>
          <a:prstGeom prst="rect">
            <a:avLst/>
          </a:prstGeom>
        </p:spPr>
        <p:txBody>
          <a:bodyPr/>
          <a:lstStyle/>
          <a:p>
            <a:pPr/>
            <a:r>
              <a:t>Titel der Präsentation </a:t>
            </a:r>
          </a:p>
          <a:p>
            <a:pPr lvl="1"/>
            <a:r>
              <a:t/>
            </a:r>
          </a:p>
          <a:p>
            <a:pPr lvl="2"/>
            <a:r>
              <a:t/>
            </a:r>
          </a:p>
          <a:p>
            <a:pPr lvl="3"/>
            <a:r>
              <a:t/>
            </a:r>
          </a:p>
          <a:p>
            <a:pPr lvl="4"/>
            <a:r>
              <a:t/>
            </a:r>
          </a:p>
        </p:txBody>
      </p:sp>
      <p:sp>
        <p:nvSpPr>
          <p:cNvPr id="29" name="Textplatzhalter 58"/>
          <p:cNvSpPr/>
          <p:nvPr>
            <p:ph type="body" sz="quarter" idx="21" hasCustomPrompt="1"/>
          </p:nvPr>
        </p:nvSpPr>
        <p:spPr>
          <a:xfrm>
            <a:off x="583303" y="4468405"/>
            <a:ext cx="3899209" cy="563232"/>
          </a:xfrm>
          <a:prstGeom prst="rect">
            <a:avLst/>
          </a:prstGeom>
        </p:spPr>
        <p:txBody>
          <a:bodyPr/>
          <a:lstStyle>
            <a:lvl1pPr defTabSz="795527">
              <a:spcBef>
                <a:spcPts val="800"/>
              </a:spcBef>
              <a:defRPr sz="2958"/>
            </a:lvl1pPr>
          </a:lstStyle>
          <a:p>
            <a:pPr/>
            <a:r>
              <a:t>in zwei Textzeilen</a:t>
            </a:r>
          </a:p>
        </p:txBody>
      </p:sp>
      <p:sp>
        <p:nvSpPr>
          <p:cNvPr id="30" name="Textplatzhalter 58"/>
          <p:cNvSpPr/>
          <p:nvPr>
            <p:ph type="body" sz="quarter" idx="22" hasCustomPrompt="1"/>
          </p:nvPr>
        </p:nvSpPr>
        <p:spPr>
          <a:xfrm>
            <a:off x="594257" y="5174057"/>
            <a:ext cx="4588115" cy="563232"/>
          </a:xfrm>
          <a:prstGeom prst="rect">
            <a:avLst/>
          </a:prstGeom>
        </p:spPr>
        <p:txBody>
          <a:bodyPr/>
          <a:lstStyle>
            <a:lvl1pPr defTabSz="777240">
              <a:spcBef>
                <a:spcPts val="800"/>
              </a:spcBef>
              <a:defRPr sz="2890"/>
            </a:lvl1pPr>
          </a:lstStyle>
          <a:p>
            <a:pPr/>
            <a:r>
              <a:t>(dritte Zeile optional)</a:t>
            </a:r>
          </a:p>
        </p:txBody>
      </p:sp>
      <p:sp>
        <p:nvSpPr>
          <p:cNvPr id="31" name="Textplatzhalter 58"/>
          <p:cNvSpPr/>
          <p:nvPr>
            <p:ph type="body" sz="quarter" idx="23" hasCustomPrompt="1"/>
          </p:nvPr>
        </p:nvSpPr>
        <p:spPr>
          <a:xfrm>
            <a:off x="586572" y="5879708"/>
            <a:ext cx="2564807" cy="369333"/>
          </a:xfrm>
          <a:prstGeom prst="rect">
            <a:avLst/>
          </a:prstGeom>
          <a:noFill/>
        </p:spPr>
        <p:txBody>
          <a:bodyPr/>
          <a:lstStyle>
            <a:lvl1pPr defTabSz="841247">
              <a:spcBef>
                <a:spcPts val="900"/>
              </a:spcBef>
              <a:defRPr b="0" sz="1840">
                <a:solidFill>
                  <a:srgbClr val="FFFFFF"/>
                </a:solidFill>
              </a:defRPr>
            </a:lvl1pPr>
          </a:lstStyle>
          <a:p>
            <a:pPr/>
            <a:r>
              <a:t>(Unterzeile optional) </a:t>
            </a:r>
          </a:p>
        </p:txBody>
      </p:sp>
      <p:sp>
        <p:nvSpPr>
          <p:cNvPr id="32" name="Textfeld 1"/>
          <p:cNvSpPr txBox="1"/>
          <p:nvPr/>
        </p:nvSpPr>
        <p:spPr>
          <a:xfrm rot="16200000">
            <a:off x="11793020" y="4400989"/>
            <a:ext cx="645126" cy="154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400">
                <a:latin typeface="Segoe UI Light"/>
                <a:ea typeface="Segoe UI Light"/>
                <a:cs typeface="Segoe UI Light"/>
                <a:sym typeface="Segoe UI Light"/>
              </a:defRPr>
            </a:lvl1pPr>
          </a:lstStyle>
          <a:p>
            <a:pPr/>
            <a:r>
              <a:t>WHZ/Helge Gerischer</a:t>
            </a:r>
          </a:p>
        </p:txBody>
      </p:sp>
      <p:sp>
        <p:nvSpPr>
          <p:cNvPr id="33" name="Bildplatzhalter 16"/>
          <p:cNvSpPr/>
          <p:nvPr>
            <p:ph type="pic" idx="24"/>
          </p:nvPr>
        </p:nvSpPr>
        <p:spPr>
          <a:xfrm>
            <a:off x="4408723" y="-1735"/>
            <a:ext cx="7837066" cy="5576928"/>
          </a:xfrm>
          <a:prstGeom prst="rect">
            <a:avLst/>
          </a:prstGeom>
          <a:noFill/>
        </p:spPr>
        <p:txBody>
          <a:bodyPr lIns="91439" rIns="91439">
            <a:noAutofit/>
          </a:bodyPr>
          <a:lstStyle/>
          <a:p>
            <a:pPr/>
          </a:p>
        </p:txBody>
      </p:sp>
      <p:sp>
        <p:nvSpPr>
          <p:cNvPr id="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tartfolie_kein_Bild">
    <p:spTree>
      <p:nvGrpSpPr>
        <p:cNvPr id="1" name=""/>
        <p:cNvGrpSpPr/>
        <p:nvPr/>
      </p:nvGrpSpPr>
      <p:grpSpPr>
        <a:xfrm>
          <a:off x="0" y="0"/>
          <a:ext cx="0" cy="0"/>
          <a:chOff x="0" y="0"/>
          <a:chExt cx="0" cy="0"/>
        </a:xfrm>
      </p:grpSpPr>
      <p:sp>
        <p:nvSpPr>
          <p:cNvPr id="41" name="Rechteck 6"/>
          <p:cNvSpPr/>
          <p:nvPr/>
        </p:nvSpPr>
        <p:spPr>
          <a:xfrm>
            <a:off x="0" y="0"/>
            <a:ext cx="12192000" cy="6858000"/>
          </a:xfrm>
          <a:prstGeom prst="rect">
            <a:avLst/>
          </a:prstGeom>
          <a:solidFill>
            <a:srgbClr val="86D0F4">
              <a:alpha val="45080"/>
            </a:srgbClr>
          </a:solidFill>
          <a:ln w="12700">
            <a:miter lim="400000"/>
          </a:ln>
        </p:spPr>
        <p:txBody>
          <a:bodyPr lIns="45719" rIns="45719" anchor="ctr"/>
          <a:lstStyle/>
          <a:p>
            <a:pPr algn="ctr">
              <a:defRPr>
                <a:solidFill>
                  <a:srgbClr val="FFFFFF"/>
                </a:solidFill>
              </a:defRPr>
            </a:pPr>
          </a:p>
        </p:txBody>
      </p:sp>
      <p:sp>
        <p:nvSpPr>
          <p:cNvPr id="42" name="Titel der Präsentationmindestens zweizeilig"/>
          <p:cNvSpPr txBox="1"/>
          <p:nvPr>
            <p:ph type="title" hasCustomPrompt="1"/>
          </p:nvPr>
        </p:nvSpPr>
        <p:spPr>
          <a:xfrm>
            <a:off x="1055687" y="3367108"/>
            <a:ext cx="8186637" cy="1444391"/>
          </a:xfrm>
          <a:prstGeom prst="rect">
            <a:avLst/>
          </a:prstGeom>
        </p:spPr>
        <p:txBody>
          <a:bodyPr lIns="0" tIns="0" rIns="0" bIns="0" anchor="t">
            <a:normAutofit fontScale="100000" lnSpcReduction="0"/>
          </a:bodyPr>
          <a:lstStyle>
            <a:lvl1pPr>
              <a:defRPr b="1">
                <a:solidFill>
                  <a:srgbClr val="0C2C65"/>
                </a:solidFill>
                <a:latin typeface="Segoe UI"/>
                <a:ea typeface="Segoe UI"/>
                <a:cs typeface="Segoe UI"/>
                <a:sym typeface="Segoe UI"/>
              </a:defRPr>
            </a:lvl1pPr>
          </a:lstStyle>
          <a:p>
            <a:pPr/>
            <a:r>
              <a:t>Titel der Präsentationmindestens zweizeilig</a:t>
            </a:r>
          </a:p>
        </p:txBody>
      </p:sp>
      <p:sp>
        <p:nvSpPr>
          <p:cNvPr id="43" name="Body Level One…"/>
          <p:cNvSpPr txBox="1"/>
          <p:nvPr>
            <p:ph type="body" sz="quarter" idx="1" hasCustomPrompt="1"/>
          </p:nvPr>
        </p:nvSpPr>
        <p:spPr>
          <a:xfrm>
            <a:off x="1055687" y="4748488"/>
            <a:ext cx="7515819" cy="1444392"/>
          </a:xfrm>
          <a:prstGeom prst="rect">
            <a:avLst/>
          </a:prstGeom>
          <a:noFill/>
        </p:spPr>
        <p:txBody>
          <a:bodyPr lIns="0" tIns="0" rIns="0" bIns="0"/>
          <a:lstStyle>
            <a:lvl1pPr>
              <a:defRPr b="0" sz="2800">
                <a:solidFill>
                  <a:srgbClr val="0A2651"/>
                </a:solidFill>
              </a:defRPr>
            </a:lvl1pPr>
            <a:lvl2pPr marL="0" indent="457200">
              <a:buSzTx/>
              <a:buNone/>
              <a:defRPr b="0" sz="2800">
                <a:solidFill>
                  <a:srgbClr val="0A2651"/>
                </a:solidFill>
              </a:defRPr>
            </a:lvl2pPr>
            <a:lvl3pPr marL="0" indent="914400">
              <a:buSzTx/>
              <a:buNone/>
              <a:defRPr b="0" sz="2800">
                <a:solidFill>
                  <a:srgbClr val="0A2651"/>
                </a:solidFill>
              </a:defRPr>
            </a:lvl3pPr>
            <a:lvl4pPr marL="0" indent="1371600">
              <a:buSzTx/>
              <a:buNone/>
              <a:defRPr b="0" sz="2800">
                <a:solidFill>
                  <a:srgbClr val="0A2651"/>
                </a:solidFill>
              </a:defRPr>
            </a:lvl4pPr>
            <a:lvl5pPr marL="0" indent="1828800">
              <a:buSzTx/>
              <a:buNone/>
              <a:defRPr b="0" sz="2800">
                <a:solidFill>
                  <a:srgbClr val="0A2651"/>
                </a:solidFill>
              </a:defRPr>
            </a:lvl5pPr>
          </a:lstStyle>
          <a:p>
            <a:pPr/>
            <a:r>
              <a:t>Unterzeile (optional)</a:t>
            </a:r>
          </a:p>
          <a:p>
            <a:pPr lvl="1"/>
            <a:r>
              <a:t/>
            </a:r>
          </a:p>
          <a:p>
            <a:pPr lvl="2"/>
            <a:r>
              <a:t/>
            </a:r>
          </a:p>
          <a:p>
            <a:pPr lvl="3"/>
            <a:r>
              <a:t/>
            </a:r>
          </a:p>
          <a:p>
            <a:pPr lvl="4"/>
            <a:r>
              <a:t/>
            </a:r>
          </a:p>
        </p:txBody>
      </p:sp>
      <p:pic>
        <p:nvPicPr>
          <p:cNvPr id="44" name="Grafik 8" descr="Grafik 8"/>
          <p:cNvPicPr>
            <a:picLocks noChangeAspect="1"/>
          </p:cNvPicPr>
          <p:nvPr/>
        </p:nvPicPr>
        <p:blipFill>
          <a:blip r:embed="rId2">
            <a:extLst/>
          </a:blip>
          <a:stretch>
            <a:fillRect/>
          </a:stretch>
        </p:blipFill>
        <p:spPr>
          <a:xfrm>
            <a:off x="623887" y="56"/>
            <a:ext cx="3470618" cy="1444277"/>
          </a:xfrm>
          <a:prstGeom prst="rect">
            <a:avLst/>
          </a:prstGeom>
          <a:ln w="12700">
            <a:miter lim="400000"/>
          </a:ln>
        </p:spPr>
      </p:pic>
      <p:sp>
        <p:nvSpPr>
          <p:cNvPr id="45" name="Textplatzhalter 2"/>
          <p:cNvSpPr/>
          <p:nvPr>
            <p:ph type="body" sz="quarter" idx="21" hasCustomPrompt="1"/>
          </p:nvPr>
        </p:nvSpPr>
        <p:spPr>
          <a:xfrm>
            <a:off x="1055687" y="2133599"/>
            <a:ext cx="5797398" cy="1101214"/>
          </a:xfrm>
          <a:prstGeom prst="rect">
            <a:avLst/>
          </a:prstGeom>
          <a:noFill/>
        </p:spPr>
        <p:txBody>
          <a:bodyPr lIns="0" tIns="0" rIns="0" bIns="0"/>
          <a:lstStyle>
            <a:lvl1pPr>
              <a:lnSpc>
                <a:spcPts val="2800"/>
              </a:lnSpc>
              <a:spcBef>
                <a:spcPts val="0"/>
              </a:spcBef>
              <a:defRPr b="0" sz="2000">
                <a:solidFill>
                  <a:srgbClr val="0A2651"/>
                </a:solidFill>
              </a:defRPr>
            </a:lvl1pPr>
          </a:lstStyle>
          <a:p>
            <a:pPr/>
            <a:r>
              <a:t>Oberzeile (optional)</a:t>
            </a:r>
          </a:p>
        </p:txBody>
      </p:sp>
      <p:pic>
        <p:nvPicPr>
          <p:cNvPr id="46" name="Grafik 43" descr="Grafik 43"/>
          <p:cNvPicPr>
            <a:picLocks noChangeAspect="1"/>
          </p:cNvPicPr>
          <p:nvPr/>
        </p:nvPicPr>
        <p:blipFill>
          <a:blip r:embed="rId3">
            <a:extLst/>
          </a:blip>
          <a:srcRect l="887" t="0" r="0" b="0"/>
          <a:stretch>
            <a:fillRect/>
          </a:stretch>
        </p:blipFill>
        <p:spPr>
          <a:xfrm flipH="1" rot="16200000">
            <a:off x="7554045" y="2196995"/>
            <a:ext cx="6858005" cy="2464012"/>
          </a:xfrm>
          <a:prstGeom prst="rect">
            <a:avLst/>
          </a:prstGeom>
          <a:ln w="12700">
            <a:miter lim="400000"/>
          </a:ln>
        </p:spPr>
      </p:pic>
      <p:sp>
        <p:nvSpPr>
          <p:cNvPr id="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alt Text einspaltig">
    <p:spTree>
      <p:nvGrpSpPr>
        <p:cNvPr id="1" name=""/>
        <p:cNvGrpSpPr/>
        <p:nvPr/>
      </p:nvGrpSpPr>
      <p:grpSpPr>
        <a:xfrm>
          <a:off x="0" y="0"/>
          <a:ext cx="0" cy="0"/>
          <a:chOff x="0" y="0"/>
          <a:chExt cx="0" cy="0"/>
        </a:xfrm>
      </p:grpSpPr>
      <p:pic>
        <p:nvPicPr>
          <p:cNvPr id="54" name="Grafik 3" descr="Grafik 3"/>
          <p:cNvPicPr>
            <a:picLocks noChangeAspect="1"/>
          </p:cNvPicPr>
          <p:nvPr/>
        </p:nvPicPr>
        <p:blipFill>
          <a:blip r:embed="rId2">
            <a:extLst/>
          </a:blip>
          <a:stretch>
            <a:fillRect/>
          </a:stretch>
        </p:blipFill>
        <p:spPr>
          <a:xfrm>
            <a:off x="7007838" y="5313967"/>
            <a:ext cx="5184162" cy="1544034"/>
          </a:xfrm>
          <a:prstGeom prst="rect">
            <a:avLst/>
          </a:prstGeom>
          <a:ln w="12700">
            <a:miter lim="400000"/>
          </a:ln>
        </p:spPr>
      </p:pic>
      <p:sp>
        <p:nvSpPr>
          <p:cNvPr id="55" name="Body Level One…"/>
          <p:cNvSpPr txBox="1"/>
          <p:nvPr>
            <p:ph type="body" sz="quarter" idx="1" hasCustomPrompt="1"/>
          </p:nvPr>
        </p:nvSpPr>
        <p:spPr>
          <a:xfrm>
            <a:off x="1055687" y="1268413"/>
            <a:ext cx="9678121" cy="1260102"/>
          </a:xfrm>
          <a:prstGeom prst="rect">
            <a:avLst/>
          </a:prstGeom>
          <a:noFill/>
        </p:spPr>
        <p:txBody>
          <a:bodyPr lIns="0" tIns="0" rIns="0" bIns="0"/>
          <a:lstStyle>
            <a:lvl1pPr>
              <a:lnSpc>
                <a:spcPts val="4800"/>
              </a:lnSpc>
              <a:spcBef>
                <a:spcPts val="0"/>
              </a:spcBef>
              <a:defRPr b="0" sz="4000">
                <a:solidFill>
                  <a:srgbClr val="0C2C65"/>
                </a:solidFill>
              </a:defRPr>
            </a:lvl1pPr>
            <a:lvl2pPr marL="0" indent="457200">
              <a:lnSpc>
                <a:spcPts val="4800"/>
              </a:lnSpc>
              <a:spcBef>
                <a:spcPts val="0"/>
              </a:spcBef>
              <a:buSzTx/>
              <a:buNone/>
              <a:defRPr b="0" sz="4000">
                <a:solidFill>
                  <a:srgbClr val="0C2C65"/>
                </a:solidFill>
              </a:defRPr>
            </a:lvl2pPr>
            <a:lvl3pPr marL="0" indent="914400">
              <a:lnSpc>
                <a:spcPts val="4800"/>
              </a:lnSpc>
              <a:spcBef>
                <a:spcPts val="0"/>
              </a:spcBef>
              <a:buSzTx/>
              <a:buNone/>
              <a:defRPr b="0" sz="4000">
                <a:solidFill>
                  <a:srgbClr val="0C2C65"/>
                </a:solidFill>
              </a:defRPr>
            </a:lvl3pPr>
            <a:lvl4pPr marL="0" indent="1371600">
              <a:lnSpc>
                <a:spcPts val="4800"/>
              </a:lnSpc>
              <a:spcBef>
                <a:spcPts val="0"/>
              </a:spcBef>
              <a:buSzTx/>
              <a:buNone/>
              <a:defRPr b="0" sz="4000">
                <a:solidFill>
                  <a:srgbClr val="0C2C65"/>
                </a:solidFill>
              </a:defRPr>
            </a:lvl4pPr>
            <a:lvl5pPr marL="0" indent="1828800">
              <a:lnSpc>
                <a:spcPts val="4800"/>
              </a:lnSpc>
              <a:spcBef>
                <a:spcPts val="0"/>
              </a:spcBef>
              <a:buSzTx/>
              <a:buNone/>
              <a:defRPr b="0" sz="4000">
                <a:solidFill>
                  <a:srgbClr val="0C2C65"/>
                </a:solidFill>
              </a:defRPr>
            </a:lvl5pPr>
          </a:lstStyle>
          <a:p>
            <a:pPr/>
            <a:r>
              <a:t>Beispieltext für eineÜberschrift</a:t>
            </a:r>
          </a:p>
          <a:p>
            <a:pPr lvl="1"/>
            <a:r>
              <a:t/>
            </a:r>
          </a:p>
          <a:p>
            <a:pPr lvl="2"/>
            <a:r>
              <a:t/>
            </a:r>
          </a:p>
          <a:p>
            <a:pPr lvl="3"/>
            <a:r>
              <a:t/>
            </a:r>
          </a:p>
          <a:p>
            <a:pPr lvl="4"/>
            <a:r>
              <a:t/>
            </a:r>
          </a:p>
        </p:txBody>
      </p:sp>
      <p:pic>
        <p:nvPicPr>
          <p:cNvPr id="56" name="Grafik 14" descr="Grafik 14"/>
          <p:cNvPicPr>
            <a:picLocks noChangeAspect="1"/>
          </p:cNvPicPr>
          <p:nvPr/>
        </p:nvPicPr>
        <p:blipFill>
          <a:blip r:embed="rId3">
            <a:extLst/>
          </a:blip>
          <a:stretch>
            <a:fillRect/>
          </a:stretch>
        </p:blipFill>
        <p:spPr>
          <a:xfrm>
            <a:off x="8721383" y="56"/>
            <a:ext cx="3470617" cy="1444277"/>
          </a:xfrm>
          <a:prstGeom prst="rect">
            <a:avLst/>
          </a:prstGeom>
          <a:ln w="12700">
            <a:miter lim="400000"/>
          </a:ln>
        </p:spPr>
      </p:pic>
      <p:sp>
        <p:nvSpPr>
          <p:cNvPr id="57" name="Textplatzhalter 17"/>
          <p:cNvSpPr/>
          <p:nvPr>
            <p:ph type="body" sz="quarter" idx="21" hasCustomPrompt="1"/>
          </p:nvPr>
        </p:nvSpPr>
        <p:spPr>
          <a:xfrm>
            <a:off x="1055688" y="368300"/>
            <a:ext cx="6967536" cy="363221"/>
          </a:xfrm>
          <a:prstGeom prst="rect">
            <a:avLst/>
          </a:prstGeom>
          <a:noFill/>
        </p:spPr>
        <p:txBody>
          <a:bodyPr lIns="0" tIns="0" rIns="0" bIns="0"/>
          <a:lstStyle>
            <a:lvl1pPr>
              <a:defRPr b="0" sz="1600">
                <a:solidFill>
                  <a:srgbClr val="71C7E5"/>
                </a:solidFill>
              </a:defRPr>
            </a:lvl1pPr>
          </a:lstStyle>
          <a:p>
            <a:pPr/>
            <a:r>
              <a:t>Präsentationsthema Seitentitel (optional)</a:t>
            </a:r>
          </a:p>
        </p:txBody>
      </p:sp>
      <p:sp>
        <p:nvSpPr>
          <p:cNvPr id="58" name="Textplatzhalter 6"/>
          <p:cNvSpPr/>
          <p:nvPr>
            <p:ph type="body" sz="half" idx="22" hasCustomPrompt="1"/>
          </p:nvPr>
        </p:nvSpPr>
        <p:spPr>
          <a:xfrm>
            <a:off x="1055687" y="2712803"/>
            <a:ext cx="10080626" cy="3150418"/>
          </a:xfrm>
          <a:prstGeom prst="rect">
            <a:avLst/>
          </a:prstGeom>
          <a:noFill/>
        </p:spPr>
        <p:txBody>
          <a:bodyPr lIns="0" tIns="0" rIns="0" bIns="0"/>
          <a:lstStyle>
            <a:lvl1pPr>
              <a:lnSpc>
                <a:spcPts val="2500"/>
              </a:lnSpc>
              <a:spcBef>
                <a:spcPts val="0"/>
              </a:spcBef>
              <a:defRPr b="0" sz="1800"/>
            </a:lvl1pPr>
          </a:lstStyle>
          <a:p>
            <a:pPr/>
            <a:r>
              <a:t>Beispieltext für einen Fließtext. At faccuptatur, ut que poreper spelition et hicimi, corecep tatem. Nam eumquiate dolorporem iducid molut eatiat et ratius ipsum, ut accullesto blaccul litate nulparc hitemporiam nimoluptat eati occum fugias dolut eiciatia si nullibusdae min.  Beispieltext für eine Subline. At faccuptatur, ut que poreper spelition et hicimi, corecep tatem. Nam eumquiate dolorporem iducid molut eatiat et ratius ipsum, ut accullesto blaccul litate nulparc hitemporiam nimoluptat eati occum fugias dolut eiciatia si nullibusdae min.</a:t>
            </a:r>
          </a:p>
        </p:txBody>
      </p:sp>
      <p:sp>
        <p:nvSpPr>
          <p:cNvPr id="59" name="Slide Number"/>
          <p:cNvSpPr txBox="1"/>
          <p:nvPr>
            <p:ph type="sldNum" sz="quarter" idx="2"/>
          </p:nvPr>
        </p:nvSpPr>
        <p:spPr>
          <a:xfrm>
            <a:off x="11371116" y="6173735"/>
            <a:ext cx="362507" cy="332741"/>
          </a:xfrm>
          <a:prstGeom prst="rect">
            <a:avLst/>
          </a:prstGeom>
        </p:spPr>
        <p:txBody>
          <a:bodyPr anchor="t"/>
          <a:lstStyle>
            <a:lvl1pPr>
              <a:defRPr sz="1600">
                <a:solidFill>
                  <a:srgbClr val="FFFFFF"/>
                </a:solidFill>
                <a:latin typeface="Segoe UI"/>
                <a:ea typeface="Segoe UI"/>
                <a:cs typeface="Segoe UI"/>
                <a:sym typeface="Segoe U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alt Text zweispaltig">
    <p:spTree>
      <p:nvGrpSpPr>
        <p:cNvPr id="1" name=""/>
        <p:cNvGrpSpPr/>
        <p:nvPr/>
      </p:nvGrpSpPr>
      <p:grpSpPr>
        <a:xfrm>
          <a:off x="0" y="0"/>
          <a:ext cx="0" cy="0"/>
          <a:chOff x="0" y="0"/>
          <a:chExt cx="0" cy="0"/>
        </a:xfrm>
      </p:grpSpPr>
      <p:pic>
        <p:nvPicPr>
          <p:cNvPr id="66" name="Grafik 8" descr="Grafik 8"/>
          <p:cNvPicPr>
            <a:picLocks noChangeAspect="1"/>
          </p:cNvPicPr>
          <p:nvPr/>
        </p:nvPicPr>
        <p:blipFill>
          <a:blip r:embed="rId2">
            <a:extLst/>
          </a:blip>
          <a:stretch>
            <a:fillRect/>
          </a:stretch>
        </p:blipFill>
        <p:spPr>
          <a:xfrm>
            <a:off x="7007838" y="5313967"/>
            <a:ext cx="5184162" cy="1544034"/>
          </a:xfrm>
          <a:prstGeom prst="rect">
            <a:avLst/>
          </a:prstGeom>
          <a:ln w="12700">
            <a:miter lim="400000"/>
          </a:ln>
        </p:spPr>
      </p:pic>
      <p:sp>
        <p:nvSpPr>
          <p:cNvPr id="67" name="Body Level One…"/>
          <p:cNvSpPr txBox="1"/>
          <p:nvPr>
            <p:ph type="body" sz="quarter" idx="1" hasCustomPrompt="1"/>
          </p:nvPr>
        </p:nvSpPr>
        <p:spPr>
          <a:xfrm>
            <a:off x="1055687" y="1268413"/>
            <a:ext cx="9678121" cy="1260102"/>
          </a:xfrm>
          <a:prstGeom prst="rect">
            <a:avLst/>
          </a:prstGeom>
          <a:noFill/>
        </p:spPr>
        <p:txBody>
          <a:bodyPr lIns="0" tIns="0" rIns="0" bIns="0"/>
          <a:lstStyle>
            <a:lvl1pPr>
              <a:lnSpc>
                <a:spcPts val="4800"/>
              </a:lnSpc>
              <a:spcBef>
                <a:spcPts val="0"/>
              </a:spcBef>
              <a:defRPr b="0" sz="4000">
                <a:solidFill>
                  <a:srgbClr val="0A2651"/>
                </a:solidFill>
              </a:defRPr>
            </a:lvl1pPr>
            <a:lvl2pPr marL="0" indent="457200">
              <a:lnSpc>
                <a:spcPts val="4800"/>
              </a:lnSpc>
              <a:spcBef>
                <a:spcPts val="0"/>
              </a:spcBef>
              <a:buSzTx/>
              <a:buNone/>
              <a:defRPr b="0" sz="4000">
                <a:solidFill>
                  <a:srgbClr val="0A2651"/>
                </a:solidFill>
              </a:defRPr>
            </a:lvl2pPr>
            <a:lvl3pPr marL="0" indent="914400">
              <a:lnSpc>
                <a:spcPts val="4800"/>
              </a:lnSpc>
              <a:spcBef>
                <a:spcPts val="0"/>
              </a:spcBef>
              <a:buSzTx/>
              <a:buNone/>
              <a:defRPr b="0" sz="4000">
                <a:solidFill>
                  <a:srgbClr val="0A2651"/>
                </a:solidFill>
              </a:defRPr>
            </a:lvl3pPr>
            <a:lvl4pPr marL="0" indent="1371600">
              <a:lnSpc>
                <a:spcPts val="4800"/>
              </a:lnSpc>
              <a:spcBef>
                <a:spcPts val="0"/>
              </a:spcBef>
              <a:buSzTx/>
              <a:buNone/>
              <a:defRPr b="0" sz="4000">
                <a:solidFill>
                  <a:srgbClr val="0A2651"/>
                </a:solidFill>
              </a:defRPr>
            </a:lvl4pPr>
            <a:lvl5pPr marL="0" indent="1828800">
              <a:lnSpc>
                <a:spcPts val="4800"/>
              </a:lnSpc>
              <a:spcBef>
                <a:spcPts val="0"/>
              </a:spcBef>
              <a:buSzTx/>
              <a:buNone/>
              <a:defRPr b="0" sz="4000">
                <a:solidFill>
                  <a:srgbClr val="0A2651"/>
                </a:solidFill>
              </a:defRPr>
            </a:lvl5pPr>
          </a:lstStyle>
          <a:p>
            <a:pPr/>
            <a:r>
              <a:t>Beispieltext für eineÜberschrift</a:t>
            </a:r>
          </a:p>
          <a:p>
            <a:pPr lvl="1"/>
            <a:r>
              <a:t/>
            </a:r>
          </a:p>
          <a:p>
            <a:pPr lvl="2"/>
            <a:r>
              <a:t/>
            </a:r>
          </a:p>
          <a:p>
            <a:pPr lvl="3"/>
            <a:r>
              <a:t/>
            </a:r>
          </a:p>
          <a:p>
            <a:pPr lvl="4"/>
            <a:r>
              <a:t/>
            </a:r>
          </a:p>
        </p:txBody>
      </p:sp>
      <p:pic>
        <p:nvPicPr>
          <p:cNvPr id="68" name="Grafik 14" descr="Grafik 14"/>
          <p:cNvPicPr>
            <a:picLocks noChangeAspect="1"/>
          </p:cNvPicPr>
          <p:nvPr/>
        </p:nvPicPr>
        <p:blipFill>
          <a:blip r:embed="rId3">
            <a:extLst/>
          </a:blip>
          <a:stretch>
            <a:fillRect/>
          </a:stretch>
        </p:blipFill>
        <p:spPr>
          <a:xfrm>
            <a:off x="8721383" y="56"/>
            <a:ext cx="3470617" cy="1444277"/>
          </a:xfrm>
          <a:prstGeom prst="rect">
            <a:avLst/>
          </a:prstGeom>
          <a:ln w="12700">
            <a:miter lim="400000"/>
          </a:ln>
        </p:spPr>
      </p:pic>
      <p:sp>
        <p:nvSpPr>
          <p:cNvPr id="69" name="Textplatzhalter 17"/>
          <p:cNvSpPr/>
          <p:nvPr>
            <p:ph type="body" sz="quarter" idx="21" hasCustomPrompt="1"/>
          </p:nvPr>
        </p:nvSpPr>
        <p:spPr>
          <a:xfrm>
            <a:off x="1055688" y="368300"/>
            <a:ext cx="6967536" cy="363221"/>
          </a:xfrm>
          <a:prstGeom prst="rect">
            <a:avLst/>
          </a:prstGeom>
          <a:noFill/>
        </p:spPr>
        <p:txBody>
          <a:bodyPr lIns="0" tIns="0" rIns="0" bIns="0"/>
          <a:lstStyle>
            <a:lvl1pPr>
              <a:defRPr b="0" sz="1600">
                <a:solidFill>
                  <a:srgbClr val="71C7E5"/>
                </a:solidFill>
              </a:defRPr>
            </a:lvl1pPr>
          </a:lstStyle>
          <a:p>
            <a:pPr/>
            <a:r>
              <a:t>Präsentationsthema Seitentitel (optional)</a:t>
            </a:r>
          </a:p>
        </p:txBody>
      </p:sp>
      <p:sp>
        <p:nvSpPr>
          <p:cNvPr id="70" name="Textplatzhalter 6"/>
          <p:cNvSpPr/>
          <p:nvPr>
            <p:ph type="body" sz="half" idx="22" hasCustomPrompt="1"/>
          </p:nvPr>
        </p:nvSpPr>
        <p:spPr>
          <a:xfrm>
            <a:off x="1055687" y="2712804"/>
            <a:ext cx="10080626" cy="2592727"/>
          </a:xfrm>
          <a:prstGeom prst="rect">
            <a:avLst/>
          </a:prstGeom>
          <a:noFill/>
        </p:spPr>
        <p:txBody>
          <a:bodyPr lIns="0" tIns="0" rIns="0" bIns="0" numCol="2" spcCol="288000"/>
          <a:lstStyle>
            <a:lvl1pPr>
              <a:lnSpc>
                <a:spcPts val="2500"/>
              </a:lnSpc>
              <a:spcBef>
                <a:spcPts val="0"/>
              </a:spcBef>
              <a:defRPr b="0" sz="1800"/>
            </a:lvl1pPr>
          </a:lstStyle>
          <a:p>
            <a:pPr/>
            <a:r>
              <a:t>Beispieltext für einen Fließtext. At faccuptatur, ut que poreper spelition et hicimi, corecep tatem. Nam eumquiate dolorporem iducid molut eatiat et ratius ipsum, ut accullesto blaccul litate nulparc hitemporiam nimoluptat eati occum fugias dolut eiciatia si nullibusdae min.  Beispieltext für eine Subline. At faccuptatur, ut que poreper spelition et hicimi, corecep tatem. Nam eumquiate dolorporem iducid molut eatiat et ratius ipsum, ut accullesto blaccul litate nulparc hitemporiam nimoluptat eati occum fugias dolut eiciatia si nullibusdae min.</a:t>
            </a:r>
          </a:p>
        </p:txBody>
      </p:sp>
      <p:sp>
        <p:nvSpPr>
          <p:cNvPr id="71" name="Slide Number"/>
          <p:cNvSpPr txBox="1"/>
          <p:nvPr>
            <p:ph type="sldNum" sz="quarter" idx="2"/>
          </p:nvPr>
        </p:nvSpPr>
        <p:spPr>
          <a:xfrm>
            <a:off x="11371116" y="6173735"/>
            <a:ext cx="362507" cy="332741"/>
          </a:xfrm>
          <a:prstGeom prst="rect">
            <a:avLst/>
          </a:prstGeom>
        </p:spPr>
        <p:txBody>
          <a:bodyPr anchor="t"/>
          <a:lstStyle>
            <a:lvl1pPr>
              <a:defRPr sz="1600">
                <a:solidFill>
                  <a:srgbClr val="FFFFFF"/>
                </a:solidFill>
                <a:latin typeface="Segoe UI"/>
                <a:ea typeface="Segoe UI"/>
                <a:cs typeface="Segoe UI"/>
                <a:sym typeface="Segoe U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alt Text/Bild rechts">
    <p:spTree>
      <p:nvGrpSpPr>
        <p:cNvPr id="1" name=""/>
        <p:cNvGrpSpPr/>
        <p:nvPr/>
      </p:nvGrpSpPr>
      <p:grpSpPr>
        <a:xfrm>
          <a:off x="0" y="0"/>
          <a:ext cx="0" cy="0"/>
          <a:chOff x="0" y="0"/>
          <a:chExt cx="0" cy="0"/>
        </a:xfrm>
      </p:grpSpPr>
      <p:pic>
        <p:nvPicPr>
          <p:cNvPr id="78" name="Grafik 9" descr="Grafik 9"/>
          <p:cNvPicPr>
            <a:picLocks noChangeAspect="1"/>
          </p:cNvPicPr>
          <p:nvPr/>
        </p:nvPicPr>
        <p:blipFill>
          <a:blip r:embed="rId2">
            <a:extLst/>
          </a:blip>
          <a:stretch>
            <a:fillRect/>
          </a:stretch>
        </p:blipFill>
        <p:spPr>
          <a:xfrm>
            <a:off x="7007838" y="5313967"/>
            <a:ext cx="5184162" cy="1544034"/>
          </a:xfrm>
          <a:prstGeom prst="rect">
            <a:avLst/>
          </a:prstGeom>
          <a:ln w="12700">
            <a:miter lim="400000"/>
          </a:ln>
        </p:spPr>
      </p:pic>
      <p:sp>
        <p:nvSpPr>
          <p:cNvPr id="79" name="Bildplatzhalter 4"/>
          <p:cNvSpPr/>
          <p:nvPr>
            <p:ph type="pic" sz="half" idx="21"/>
          </p:nvPr>
        </p:nvSpPr>
        <p:spPr>
          <a:xfrm>
            <a:off x="6096000" y="1282927"/>
            <a:ext cx="5761038" cy="3602582"/>
          </a:xfrm>
          <a:prstGeom prst="rect">
            <a:avLst/>
          </a:prstGeom>
          <a:noFill/>
        </p:spPr>
        <p:txBody>
          <a:bodyPr lIns="91439" rIns="91439">
            <a:noAutofit/>
          </a:bodyPr>
          <a:lstStyle/>
          <a:p>
            <a:pPr/>
          </a:p>
        </p:txBody>
      </p:sp>
      <p:sp>
        <p:nvSpPr>
          <p:cNvPr id="80" name="Body Level One…"/>
          <p:cNvSpPr txBox="1"/>
          <p:nvPr>
            <p:ph type="body" sz="quarter" idx="1" hasCustomPrompt="1"/>
          </p:nvPr>
        </p:nvSpPr>
        <p:spPr>
          <a:xfrm>
            <a:off x="1055687" y="1268413"/>
            <a:ext cx="5040313" cy="1260102"/>
          </a:xfrm>
          <a:prstGeom prst="rect">
            <a:avLst/>
          </a:prstGeom>
          <a:noFill/>
        </p:spPr>
        <p:txBody>
          <a:bodyPr lIns="0" tIns="0" rIns="0" bIns="0"/>
          <a:lstStyle>
            <a:lvl1pPr>
              <a:lnSpc>
                <a:spcPts val="4800"/>
              </a:lnSpc>
              <a:spcBef>
                <a:spcPts val="0"/>
              </a:spcBef>
              <a:defRPr b="0" sz="4000">
                <a:solidFill>
                  <a:srgbClr val="0A2651"/>
                </a:solidFill>
              </a:defRPr>
            </a:lvl1pPr>
            <a:lvl2pPr marL="0" indent="457200">
              <a:lnSpc>
                <a:spcPts val="4800"/>
              </a:lnSpc>
              <a:spcBef>
                <a:spcPts val="0"/>
              </a:spcBef>
              <a:buSzTx/>
              <a:buNone/>
              <a:defRPr b="0" sz="4000">
                <a:solidFill>
                  <a:srgbClr val="0A2651"/>
                </a:solidFill>
              </a:defRPr>
            </a:lvl2pPr>
            <a:lvl3pPr marL="0" indent="914400">
              <a:lnSpc>
                <a:spcPts val="4800"/>
              </a:lnSpc>
              <a:spcBef>
                <a:spcPts val="0"/>
              </a:spcBef>
              <a:buSzTx/>
              <a:buNone/>
              <a:defRPr b="0" sz="4000">
                <a:solidFill>
                  <a:srgbClr val="0A2651"/>
                </a:solidFill>
              </a:defRPr>
            </a:lvl3pPr>
            <a:lvl4pPr marL="0" indent="1371600">
              <a:lnSpc>
                <a:spcPts val="4800"/>
              </a:lnSpc>
              <a:spcBef>
                <a:spcPts val="0"/>
              </a:spcBef>
              <a:buSzTx/>
              <a:buNone/>
              <a:defRPr b="0" sz="4000">
                <a:solidFill>
                  <a:srgbClr val="0A2651"/>
                </a:solidFill>
              </a:defRPr>
            </a:lvl4pPr>
            <a:lvl5pPr marL="0" indent="1828800">
              <a:lnSpc>
                <a:spcPts val="4800"/>
              </a:lnSpc>
              <a:spcBef>
                <a:spcPts val="0"/>
              </a:spcBef>
              <a:buSzTx/>
              <a:buNone/>
              <a:defRPr b="0" sz="4000">
                <a:solidFill>
                  <a:srgbClr val="0A2651"/>
                </a:solidFill>
              </a:defRPr>
            </a:lvl5pPr>
          </a:lstStyle>
          <a:p>
            <a:pPr/>
            <a:r>
              <a:t>Beispieltext für eineÜberschrift</a:t>
            </a:r>
          </a:p>
          <a:p>
            <a:pPr lvl="1"/>
            <a:r>
              <a:t/>
            </a:r>
          </a:p>
          <a:p>
            <a:pPr lvl="2"/>
            <a:r>
              <a:t/>
            </a:r>
          </a:p>
          <a:p>
            <a:pPr lvl="3"/>
            <a:r>
              <a:t/>
            </a:r>
          </a:p>
          <a:p>
            <a:pPr lvl="4"/>
            <a:r>
              <a:t/>
            </a:r>
          </a:p>
        </p:txBody>
      </p:sp>
      <p:pic>
        <p:nvPicPr>
          <p:cNvPr id="81" name="Grafik 14" descr="Grafik 14"/>
          <p:cNvPicPr>
            <a:picLocks noChangeAspect="1"/>
          </p:cNvPicPr>
          <p:nvPr/>
        </p:nvPicPr>
        <p:blipFill>
          <a:blip r:embed="rId3">
            <a:extLst/>
          </a:blip>
          <a:stretch>
            <a:fillRect/>
          </a:stretch>
        </p:blipFill>
        <p:spPr>
          <a:xfrm>
            <a:off x="8721383" y="56"/>
            <a:ext cx="3470617" cy="1444277"/>
          </a:xfrm>
          <a:prstGeom prst="rect">
            <a:avLst/>
          </a:prstGeom>
          <a:ln w="12700">
            <a:miter lim="400000"/>
          </a:ln>
        </p:spPr>
      </p:pic>
      <p:sp>
        <p:nvSpPr>
          <p:cNvPr id="82" name="Textplatzhalter 17"/>
          <p:cNvSpPr/>
          <p:nvPr>
            <p:ph type="body" sz="quarter" idx="22" hasCustomPrompt="1"/>
          </p:nvPr>
        </p:nvSpPr>
        <p:spPr>
          <a:xfrm>
            <a:off x="1055687" y="368300"/>
            <a:ext cx="6967537" cy="363221"/>
          </a:xfrm>
          <a:prstGeom prst="rect">
            <a:avLst/>
          </a:prstGeom>
          <a:noFill/>
        </p:spPr>
        <p:txBody>
          <a:bodyPr lIns="0" tIns="0" rIns="0" bIns="0"/>
          <a:lstStyle>
            <a:lvl1pPr>
              <a:defRPr b="0" sz="1600">
                <a:solidFill>
                  <a:srgbClr val="71C7E5"/>
                </a:solidFill>
              </a:defRPr>
            </a:lvl1pPr>
          </a:lstStyle>
          <a:p>
            <a:pPr/>
            <a:r>
              <a:t>Präsentationsthema Seitentitel (optional)</a:t>
            </a:r>
          </a:p>
        </p:txBody>
      </p:sp>
      <p:sp>
        <p:nvSpPr>
          <p:cNvPr id="83" name="Textplatzhalter 6"/>
          <p:cNvSpPr/>
          <p:nvPr>
            <p:ph type="body" sz="quarter" idx="23" hasCustomPrompt="1"/>
          </p:nvPr>
        </p:nvSpPr>
        <p:spPr>
          <a:xfrm>
            <a:off x="1055688" y="2712803"/>
            <a:ext cx="4794506" cy="3150418"/>
          </a:xfrm>
          <a:prstGeom prst="rect">
            <a:avLst/>
          </a:prstGeom>
          <a:noFill/>
        </p:spPr>
        <p:txBody>
          <a:bodyPr lIns="0" tIns="0" rIns="0" bIns="0"/>
          <a:lstStyle>
            <a:lvl1pPr>
              <a:lnSpc>
                <a:spcPts val="2500"/>
              </a:lnSpc>
              <a:spcBef>
                <a:spcPts val="0"/>
              </a:spcBef>
              <a:defRPr b="0" sz="1800"/>
            </a:lvl1pPr>
          </a:lstStyle>
          <a:p>
            <a:pPr/>
            <a:r>
              <a:t>Beispieltext für einen Fließtext. At faccuptatur, ut que poreper spelition et hicimi, corecep tatem. Nam eumquiate dolorporem iducid molut eatiat et ratius ipsum, ut accullesto blaccul litate nulparc hitemporiam nimoluptat eati occum fugias dolut eiciatia si nullibusdae min.</a:t>
            </a:r>
          </a:p>
        </p:txBody>
      </p:sp>
      <p:sp>
        <p:nvSpPr>
          <p:cNvPr id="84" name="Slide Number"/>
          <p:cNvSpPr txBox="1"/>
          <p:nvPr>
            <p:ph type="sldNum" sz="quarter" idx="2"/>
          </p:nvPr>
        </p:nvSpPr>
        <p:spPr>
          <a:xfrm>
            <a:off x="11371116" y="6173735"/>
            <a:ext cx="362507" cy="332741"/>
          </a:xfrm>
          <a:prstGeom prst="rect">
            <a:avLst/>
          </a:prstGeom>
        </p:spPr>
        <p:txBody>
          <a:bodyPr anchor="t"/>
          <a:lstStyle>
            <a:lvl1pPr>
              <a:defRPr sz="1600">
                <a:solidFill>
                  <a:srgbClr val="FFFFFF"/>
                </a:solidFill>
                <a:latin typeface="Segoe UI"/>
                <a:ea typeface="Segoe UI"/>
                <a:cs typeface="Segoe UI"/>
                <a:sym typeface="Segoe U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alt Text, Aufzählung links/Bild rechts">
    <p:spTree>
      <p:nvGrpSpPr>
        <p:cNvPr id="1" name=""/>
        <p:cNvGrpSpPr/>
        <p:nvPr/>
      </p:nvGrpSpPr>
      <p:grpSpPr>
        <a:xfrm>
          <a:off x="0" y="0"/>
          <a:ext cx="0" cy="0"/>
          <a:chOff x="0" y="0"/>
          <a:chExt cx="0" cy="0"/>
        </a:xfrm>
      </p:grpSpPr>
      <p:pic>
        <p:nvPicPr>
          <p:cNvPr id="91" name="Grafik 12" descr="Grafik 12"/>
          <p:cNvPicPr>
            <a:picLocks noChangeAspect="1"/>
          </p:cNvPicPr>
          <p:nvPr/>
        </p:nvPicPr>
        <p:blipFill>
          <a:blip r:embed="rId2">
            <a:extLst/>
          </a:blip>
          <a:stretch>
            <a:fillRect/>
          </a:stretch>
        </p:blipFill>
        <p:spPr>
          <a:xfrm>
            <a:off x="7007838" y="5313967"/>
            <a:ext cx="5184162" cy="1544034"/>
          </a:xfrm>
          <a:prstGeom prst="rect">
            <a:avLst/>
          </a:prstGeom>
          <a:ln w="12700">
            <a:miter lim="400000"/>
          </a:ln>
        </p:spPr>
      </p:pic>
      <p:sp>
        <p:nvSpPr>
          <p:cNvPr id="92" name="Bildplatzhalter 4"/>
          <p:cNvSpPr/>
          <p:nvPr>
            <p:ph type="pic" sz="half" idx="21"/>
          </p:nvPr>
        </p:nvSpPr>
        <p:spPr>
          <a:xfrm>
            <a:off x="6096000" y="1282927"/>
            <a:ext cx="5761038" cy="3602582"/>
          </a:xfrm>
          <a:prstGeom prst="rect">
            <a:avLst/>
          </a:prstGeom>
          <a:noFill/>
        </p:spPr>
        <p:txBody>
          <a:bodyPr lIns="91439" rIns="91439">
            <a:noAutofit/>
          </a:bodyPr>
          <a:lstStyle/>
          <a:p>
            <a:pPr/>
          </a:p>
        </p:txBody>
      </p:sp>
      <p:sp>
        <p:nvSpPr>
          <p:cNvPr id="93" name="Body Level One…"/>
          <p:cNvSpPr txBox="1"/>
          <p:nvPr>
            <p:ph type="body" sz="quarter" idx="1" hasCustomPrompt="1"/>
          </p:nvPr>
        </p:nvSpPr>
        <p:spPr>
          <a:xfrm>
            <a:off x="1055687" y="1268413"/>
            <a:ext cx="5040313" cy="1260102"/>
          </a:xfrm>
          <a:prstGeom prst="rect">
            <a:avLst/>
          </a:prstGeom>
          <a:noFill/>
        </p:spPr>
        <p:txBody>
          <a:bodyPr lIns="0" tIns="0" rIns="0" bIns="0"/>
          <a:lstStyle>
            <a:lvl1pPr>
              <a:lnSpc>
                <a:spcPts val="4800"/>
              </a:lnSpc>
              <a:spcBef>
                <a:spcPts val="0"/>
              </a:spcBef>
              <a:defRPr b="0" sz="4000">
                <a:solidFill>
                  <a:srgbClr val="0A2651"/>
                </a:solidFill>
              </a:defRPr>
            </a:lvl1pPr>
            <a:lvl2pPr marL="0" indent="457200">
              <a:lnSpc>
                <a:spcPts val="4800"/>
              </a:lnSpc>
              <a:spcBef>
                <a:spcPts val="0"/>
              </a:spcBef>
              <a:buSzTx/>
              <a:buNone/>
              <a:defRPr b="0" sz="4000">
                <a:solidFill>
                  <a:srgbClr val="0A2651"/>
                </a:solidFill>
              </a:defRPr>
            </a:lvl2pPr>
            <a:lvl3pPr marL="0" indent="914400">
              <a:lnSpc>
                <a:spcPts val="4800"/>
              </a:lnSpc>
              <a:spcBef>
                <a:spcPts val="0"/>
              </a:spcBef>
              <a:buSzTx/>
              <a:buNone/>
              <a:defRPr b="0" sz="4000">
                <a:solidFill>
                  <a:srgbClr val="0A2651"/>
                </a:solidFill>
              </a:defRPr>
            </a:lvl3pPr>
            <a:lvl4pPr marL="0" indent="1371600">
              <a:lnSpc>
                <a:spcPts val="4800"/>
              </a:lnSpc>
              <a:spcBef>
                <a:spcPts val="0"/>
              </a:spcBef>
              <a:buSzTx/>
              <a:buNone/>
              <a:defRPr b="0" sz="4000">
                <a:solidFill>
                  <a:srgbClr val="0A2651"/>
                </a:solidFill>
              </a:defRPr>
            </a:lvl4pPr>
            <a:lvl5pPr marL="0" indent="1828800">
              <a:lnSpc>
                <a:spcPts val="4800"/>
              </a:lnSpc>
              <a:spcBef>
                <a:spcPts val="0"/>
              </a:spcBef>
              <a:buSzTx/>
              <a:buNone/>
              <a:defRPr b="0" sz="4000">
                <a:solidFill>
                  <a:srgbClr val="0A2651"/>
                </a:solidFill>
              </a:defRPr>
            </a:lvl5pPr>
          </a:lstStyle>
          <a:p>
            <a:pPr/>
            <a:r>
              <a:t>Beispieltext für eineÜberschrift</a:t>
            </a:r>
          </a:p>
          <a:p>
            <a:pPr lvl="1"/>
            <a:r>
              <a:t/>
            </a:r>
          </a:p>
          <a:p>
            <a:pPr lvl="2"/>
            <a:r>
              <a:t/>
            </a:r>
          </a:p>
          <a:p>
            <a:pPr lvl="3"/>
            <a:r>
              <a:t/>
            </a:r>
          </a:p>
          <a:p>
            <a:pPr lvl="4"/>
            <a:r>
              <a:t/>
            </a:r>
          </a:p>
        </p:txBody>
      </p:sp>
      <p:pic>
        <p:nvPicPr>
          <p:cNvPr id="94" name="Grafik 14" descr="Grafik 14"/>
          <p:cNvPicPr>
            <a:picLocks noChangeAspect="1"/>
          </p:cNvPicPr>
          <p:nvPr/>
        </p:nvPicPr>
        <p:blipFill>
          <a:blip r:embed="rId3">
            <a:extLst/>
          </a:blip>
          <a:stretch>
            <a:fillRect/>
          </a:stretch>
        </p:blipFill>
        <p:spPr>
          <a:xfrm>
            <a:off x="8721383" y="56"/>
            <a:ext cx="3470617" cy="1444277"/>
          </a:xfrm>
          <a:prstGeom prst="rect">
            <a:avLst/>
          </a:prstGeom>
          <a:ln w="12700">
            <a:miter lim="400000"/>
          </a:ln>
        </p:spPr>
      </p:pic>
      <p:sp>
        <p:nvSpPr>
          <p:cNvPr id="95" name="Textplatzhalter 17"/>
          <p:cNvSpPr/>
          <p:nvPr>
            <p:ph type="body" sz="quarter" idx="22" hasCustomPrompt="1"/>
          </p:nvPr>
        </p:nvSpPr>
        <p:spPr>
          <a:xfrm>
            <a:off x="1055687" y="368300"/>
            <a:ext cx="6967537" cy="363221"/>
          </a:xfrm>
          <a:prstGeom prst="rect">
            <a:avLst/>
          </a:prstGeom>
          <a:noFill/>
        </p:spPr>
        <p:txBody>
          <a:bodyPr lIns="0" tIns="0" rIns="0" bIns="0"/>
          <a:lstStyle>
            <a:lvl1pPr>
              <a:defRPr b="0" sz="1600">
                <a:solidFill>
                  <a:srgbClr val="71C7E5"/>
                </a:solidFill>
              </a:defRPr>
            </a:lvl1pPr>
          </a:lstStyle>
          <a:p>
            <a:pPr/>
            <a:r>
              <a:t>Präsentationsthema Seitentitel (optional)</a:t>
            </a:r>
          </a:p>
        </p:txBody>
      </p:sp>
      <p:sp>
        <p:nvSpPr>
          <p:cNvPr id="96" name="Slide Number"/>
          <p:cNvSpPr txBox="1"/>
          <p:nvPr>
            <p:ph type="sldNum" sz="quarter" idx="2"/>
          </p:nvPr>
        </p:nvSpPr>
        <p:spPr>
          <a:xfrm>
            <a:off x="11371116" y="6173735"/>
            <a:ext cx="362507" cy="332741"/>
          </a:xfrm>
          <a:prstGeom prst="rect">
            <a:avLst/>
          </a:prstGeom>
        </p:spPr>
        <p:txBody>
          <a:bodyPr anchor="t"/>
          <a:lstStyle>
            <a:lvl1pPr>
              <a:defRPr sz="1600">
                <a:solidFill>
                  <a:srgbClr val="FFFFFF"/>
                </a:solidFill>
                <a:latin typeface="Segoe UI"/>
                <a:ea typeface="Segoe UI"/>
                <a:cs typeface="Segoe UI"/>
                <a:sym typeface="Segoe UI"/>
              </a:defRPr>
            </a:lvl1pPr>
          </a:lstStyle>
          <a:p>
            <a:pPr/>
            <a:fld id="{86CB4B4D-7CA3-9044-876B-883B54F8677D}" type="slidenum"/>
          </a:p>
        </p:txBody>
      </p:sp>
      <p:sp>
        <p:nvSpPr>
          <p:cNvPr id="97" name="Textplatzhalter 6"/>
          <p:cNvSpPr/>
          <p:nvPr>
            <p:ph type="body" sz="quarter" idx="23" hasCustomPrompt="1"/>
          </p:nvPr>
        </p:nvSpPr>
        <p:spPr>
          <a:xfrm>
            <a:off x="1055688" y="2712803"/>
            <a:ext cx="4794506" cy="2059495"/>
          </a:xfrm>
          <a:prstGeom prst="rect">
            <a:avLst/>
          </a:prstGeom>
          <a:noFill/>
        </p:spPr>
        <p:txBody>
          <a:bodyPr lIns="0" tIns="0" rIns="0" bIns="0"/>
          <a:lstStyle>
            <a:lvl1pPr>
              <a:lnSpc>
                <a:spcPts val="2500"/>
              </a:lnSpc>
              <a:spcBef>
                <a:spcPts val="0"/>
              </a:spcBef>
              <a:defRPr b="0" sz="2000">
                <a:solidFill>
                  <a:srgbClr val="0C2C65"/>
                </a:solidFill>
              </a:defRPr>
            </a:lvl1pPr>
          </a:lstStyle>
          <a:p>
            <a:pPr/>
            <a:r>
              <a:t>+  Beispiel Aufzählung +  Beispiel Aufzählung
+  Beispiel Aufzählung 
+  Beispiel Aufzählung 
+  Beispiel Aufzählung</a:t>
            </a:r>
          </a:p>
        </p:txBody>
      </p:sp>
      <p:sp>
        <p:nvSpPr>
          <p:cNvPr id="98" name="Textplatzhalter 6"/>
          <p:cNvSpPr/>
          <p:nvPr>
            <p:ph type="body" sz="quarter" idx="24" hasCustomPrompt="1"/>
          </p:nvPr>
        </p:nvSpPr>
        <p:spPr>
          <a:xfrm>
            <a:off x="1055688" y="4868090"/>
            <a:ext cx="4794506" cy="1351735"/>
          </a:xfrm>
          <a:prstGeom prst="rect">
            <a:avLst/>
          </a:prstGeom>
          <a:noFill/>
        </p:spPr>
        <p:txBody>
          <a:bodyPr lIns="0" tIns="0" rIns="0" bIns="0"/>
          <a:lstStyle>
            <a:lvl1pPr defTabSz="877823">
              <a:lnSpc>
                <a:spcPts val="2300"/>
              </a:lnSpc>
              <a:spcBef>
                <a:spcPts val="0"/>
              </a:spcBef>
              <a:defRPr b="0" sz="1152"/>
            </a:lvl1pPr>
          </a:lstStyle>
          <a:p>
            <a:pPr/>
            <a:r>
              <a:t>Beispieltext für einen Fließtext. At faccuptatur, ut que poreper spelition et hicimi, corecep tatem. Nam eumquiate dolorporem iducid molut eatiat et ratius ipsum, ut accullesto blaccul litate nulparc hitemporiam nimoluptat eati occum fugias dolut eiciatia.</a:t>
            </a:r>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alt Text, Aufzählung links / Bild ganzseitig rechts">
    <p:spTree>
      <p:nvGrpSpPr>
        <p:cNvPr id="1" name=""/>
        <p:cNvGrpSpPr/>
        <p:nvPr/>
      </p:nvGrpSpPr>
      <p:grpSpPr>
        <a:xfrm>
          <a:off x="0" y="0"/>
          <a:ext cx="0" cy="0"/>
          <a:chOff x="0" y="0"/>
          <a:chExt cx="0" cy="0"/>
        </a:xfrm>
      </p:grpSpPr>
      <p:sp>
        <p:nvSpPr>
          <p:cNvPr id="105" name="Bildplatzhalter 7"/>
          <p:cNvSpPr/>
          <p:nvPr>
            <p:ph type="pic" idx="21"/>
          </p:nvPr>
        </p:nvSpPr>
        <p:spPr>
          <a:xfrm>
            <a:off x="7007838" y="1"/>
            <a:ext cx="5184162" cy="6858001"/>
          </a:xfrm>
          <a:prstGeom prst="rect">
            <a:avLst/>
          </a:prstGeom>
          <a:noFill/>
        </p:spPr>
        <p:txBody>
          <a:bodyPr lIns="91439" rIns="91439">
            <a:noAutofit/>
          </a:bodyPr>
          <a:lstStyle/>
          <a:p>
            <a:pPr/>
          </a:p>
        </p:txBody>
      </p:sp>
      <p:pic>
        <p:nvPicPr>
          <p:cNvPr id="106" name="Grafik 12" descr="Grafik 12"/>
          <p:cNvPicPr>
            <a:picLocks noChangeAspect="1"/>
          </p:cNvPicPr>
          <p:nvPr/>
        </p:nvPicPr>
        <p:blipFill>
          <a:blip r:embed="rId2">
            <a:extLst/>
          </a:blip>
          <a:stretch>
            <a:fillRect/>
          </a:stretch>
        </p:blipFill>
        <p:spPr>
          <a:xfrm>
            <a:off x="7007838" y="5313965"/>
            <a:ext cx="5184162" cy="1544034"/>
          </a:xfrm>
          <a:prstGeom prst="rect">
            <a:avLst/>
          </a:prstGeom>
          <a:ln w="12700">
            <a:miter lim="400000"/>
          </a:ln>
        </p:spPr>
      </p:pic>
      <p:sp>
        <p:nvSpPr>
          <p:cNvPr id="107" name="Body Level One…"/>
          <p:cNvSpPr txBox="1"/>
          <p:nvPr>
            <p:ph type="body" sz="quarter" idx="1" hasCustomPrompt="1"/>
          </p:nvPr>
        </p:nvSpPr>
        <p:spPr>
          <a:xfrm>
            <a:off x="1055687" y="1537354"/>
            <a:ext cx="5040313" cy="1260102"/>
          </a:xfrm>
          <a:prstGeom prst="rect">
            <a:avLst/>
          </a:prstGeom>
          <a:noFill/>
        </p:spPr>
        <p:txBody>
          <a:bodyPr lIns="0" tIns="0" rIns="0" bIns="0"/>
          <a:lstStyle>
            <a:lvl1pPr>
              <a:lnSpc>
                <a:spcPts val="4800"/>
              </a:lnSpc>
              <a:spcBef>
                <a:spcPts val="0"/>
              </a:spcBef>
              <a:defRPr b="0" sz="4000">
                <a:solidFill>
                  <a:srgbClr val="0A2651"/>
                </a:solidFill>
              </a:defRPr>
            </a:lvl1pPr>
            <a:lvl2pPr marL="0" indent="457200">
              <a:lnSpc>
                <a:spcPts val="4800"/>
              </a:lnSpc>
              <a:spcBef>
                <a:spcPts val="0"/>
              </a:spcBef>
              <a:buSzTx/>
              <a:buNone/>
              <a:defRPr b="0" sz="4000">
                <a:solidFill>
                  <a:srgbClr val="0A2651"/>
                </a:solidFill>
              </a:defRPr>
            </a:lvl2pPr>
            <a:lvl3pPr marL="0" indent="914400">
              <a:lnSpc>
                <a:spcPts val="4800"/>
              </a:lnSpc>
              <a:spcBef>
                <a:spcPts val="0"/>
              </a:spcBef>
              <a:buSzTx/>
              <a:buNone/>
              <a:defRPr b="0" sz="4000">
                <a:solidFill>
                  <a:srgbClr val="0A2651"/>
                </a:solidFill>
              </a:defRPr>
            </a:lvl3pPr>
            <a:lvl4pPr marL="0" indent="1371600">
              <a:lnSpc>
                <a:spcPts val="4800"/>
              </a:lnSpc>
              <a:spcBef>
                <a:spcPts val="0"/>
              </a:spcBef>
              <a:buSzTx/>
              <a:buNone/>
              <a:defRPr b="0" sz="4000">
                <a:solidFill>
                  <a:srgbClr val="0A2651"/>
                </a:solidFill>
              </a:defRPr>
            </a:lvl4pPr>
            <a:lvl5pPr marL="0" indent="1828800">
              <a:lnSpc>
                <a:spcPts val="4800"/>
              </a:lnSpc>
              <a:spcBef>
                <a:spcPts val="0"/>
              </a:spcBef>
              <a:buSzTx/>
              <a:buNone/>
              <a:defRPr b="0" sz="4000">
                <a:solidFill>
                  <a:srgbClr val="0A2651"/>
                </a:solidFill>
              </a:defRPr>
            </a:lvl5pPr>
          </a:lstStyle>
          <a:p>
            <a:pPr/>
            <a:r>
              <a:t>Beispieltext für eineÜberschrift</a:t>
            </a:r>
          </a:p>
          <a:p>
            <a:pPr lvl="1"/>
            <a:r>
              <a:t/>
            </a:r>
          </a:p>
          <a:p>
            <a:pPr lvl="2"/>
            <a:r>
              <a:t/>
            </a:r>
          </a:p>
          <a:p>
            <a:pPr lvl="3"/>
            <a:r>
              <a:t/>
            </a:r>
          </a:p>
          <a:p>
            <a:pPr lvl="4"/>
            <a:r>
              <a:t/>
            </a:r>
          </a:p>
        </p:txBody>
      </p:sp>
      <p:sp>
        <p:nvSpPr>
          <p:cNvPr id="108" name="Textplatzhalter 6"/>
          <p:cNvSpPr/>
          <p:nvPr>
            <p:ph type="body" sz="quarter" idx="22" hasCustomPrompt="1"/>
          </p:nvPr>
        </p:nvSpPr>
        <p:spPr>
          <a:xfrm>
            <a:off x="1055688" y="2981744"/>
            <a:ext cx="4794506" cy="1766989"/>
          </a:xfrm>
          <a:prstGeom prst="rect">
            <a:avLst/>
          </a:prstGeom>
          <a:noFill/>
        </p:spPr>
        <p:txBody>
          <a:bodyPr lIns="0" tIns="0" rIns="0" bIns="0"/>
          <a:lstStyle>
            <a:lvl1pPr marL="342900" indent="-342900">
              <a:lnSpc>
                <a:spcPts val="2500"/>
              </a:lnSpc>
              <a:spcBef>
                <a:spcPts val="0"/>
              </a:spcBef>
              <a:buClr>
                <a:srgbClr val="0C2C65"/>
              </a:buClr>
              <a:buSzPct val="100000"/>
              <a:buFont typeface="Verdana"/>
              <a:buChar char="+"/>
              <a:defRPr b="0" sz="2000">
                <a:solidFill>
                  <a:srgbClr val="0C2C65"/>
                </a:solidFill>
              </a:defRPr>
            </a:lvl1pPr>
          </a:lstStyle>
          <a:p>
            <a:pPr/>
            <a:r>
              <a:t>Beispiel Aufzählung
Beispiel Aufzählung 
Beispiel Aufzählung 
Beispiel Aufzählung 
Beispiel Aufzählung</a:t>
            </a:r>
          </a:p>
        </p:txBody>
      </p:sp>
      <p:sp>
        <p:nvSpPr>
          <p:cNvPr id="109" name="Slide Number"/>
          <p:cNvSpPr txBox="1"/>
          <p:nvPr>
            <p:ph type="sldNum" sz="quarter" idx="2"/>
          </p:nvPr>
        </p:nvSpPr>
        <p:spPr>
          <a:xfrm>
            <a:off x="11371116" y="6173735"/>
            <a:ext cx="362507" cy="332741"/>
          </a:xfrm>
          <a:prstGeom prst="rect">
            <a:avLst/>
          </a:prstGeom>
        </p:spPr>
        <p:txBody>
          <a:bodyPr anchor="t"/>
          <a:lstStyle>
            <a:lvl1pPr>
              <a:defRPr sz="1600">
                <a:solidFill>
                  <a:srgbClr val="FFFFFF"/>
                </a:solidFill>
                <a:latin typeface="Segoe UI"/>
                <a:ea typeface="Segoe UI"/>
                <a:cs typeface="Segoe UI"/>
                <a:sym typeface="Segoe UI"/>
              </a:defRPr>
            </a:lvl1pPr>
          </a:lstStyle>
          <a:p>
            <a:pPr/>
            <a:fld id="{86CB4B4D-7CA3-9044-876B-883B54F8677D}" type="slidenum"/>
          </a:p>
        </p:txBody>
      </p:sp>
      <p:pic>
        <p:nvPicPr>
          <p:cNvPr id="110" name="Grafik 10" descr="Grafik 10"/>
          <p:cNvPicPr>
            <a:picLocks noChangeAspect="1"/>
          </p:cNvPicPr>
          <p:nvPr/>
        </p:nvPicPr>
        <p:blipFill>
          <a:blip r:embed="rId3">
            <a:extLst/>
          </a:blip>
          <a:stretch>
            <a:fillRect/>
          </a:stretch>
        </p:blipFill>
        <p:spPr>
          <a:xfrm>
            <a:off x="699253" y="56"/>
            <a:ext cx="3470617" cy="1444277"/>
          </a:xfrm>
          <a:prstGeom prst="rect">
            <a:avLst/>
          </a:prstGeom>
          <a:ln w="12700">
            <a:miter lim="400000"/>
          </a:ln>
        </p:spPr>
      </p:pic>
      <p:sp>
        <p:nvSpPr>
          <p:cNvPr id="111" name="Textplatzhalter 6"/>
          <p:cNvSpPr/>
          <p:nvPr>
            <p:ph type="body" sz="quarter" idx="23" hasCustomPrompt="1"/>
          </p:nvPr>
        </p:nvSpPr>
        <p:spPr>
          <a:xfrm>
            <a:off x="1055688" y="4933022"/>
            <a:ext cx="4794506" cy="1314097"/>
          </a:xfrm>
          <a:prstGeom prst="rect">
            <a:avLst/>
          </a:prstGeom>
          <a:noFill/>
        </p:spPr>
        <p:txBody>
          <a:bodyPr lIns="0" tIns="0" rIns="0" bIns="0"/>
          <a:lstStyle>
            <a:lvl1pPr defTabSz="877823">
              <a:lnSpc>
                <a:spcPts val="2300"/>
              </a:lnSpc>
              <a:spcBef>
                <a:spcPts val="0"/>
              </a:spcBef>
              <a:defRPr b="0" sz="1152"/>
            </a:lvl1pPr>
          </a:lstStyle>
          <a:p>
            <a:pPr/>
            <a:r>
              <a:t>Beispieltext für einen Fließtext. At faccuptatur, ut que poreper spelition et hicimi, corecep tatem. Nam eumquiate dolorporem iducid molut eatiat et ratius ipsum, ut accullesto blaccul litate nulparc hitemporiam nimoluptat eati occum fugias dolut eiciatia.</a:t>
            </a:r>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chlussfolie mit Kontakt">
    <p:spTree>
      <p:nvGrpSpPr>
        <p:cNvPr id="1" name=""/>
        <p:cNvGrpSpPr/>
        <p:nvPr/>
      </p:nvGrpSpPr>
      <p:grpSpPr>
        <a:xfrm>
          <a:off x="0" y="0"/>
          <a:ext cx="0" cy="0"/>
          <a:chOff x="0" y="0"/>
          <a:chExt cx="0" cy="0"/>
        </a:xfrm>
      </p:grpSpPr>
      <p:pic>
        <p:nvPicPr>
          <p:cNvPr id="118" name="Grafik 5" descr="Grafik 5"/>
          <p:cNvPicPr>
            <a:picLocks noChangeAspect="1"/>
          </p:cNvPicPr>
          <p:nvPr/>
        </p:nvPicPr>
        <p:blipFill>
          <a:blip r:embed="rId2">
            <a:extLst/>
          </a:blip>
          <a:stretch>
            <a:fillRect/>
          </a:stretch>
        </p:blipFill>
        <p:spPr>
          <a:xfrm>
            <a:off x="209005" y="56"/>
            <a:ext cx="3470618" cy="1444277"/>
          </a:xfrm>
          <a:prstGeom prst="rect">
            <a:avLst/>
          </a:prstGeom>
          <a:ln w="12700">
            <a:miter lim="400000"/>
          </a:ln>
        </p:spPr>
      </p:pic>
      <p:pic>
        <p:nvPicPr>
          <p:cNvPr id="119" name="Grafik 2" descr="Grafik 2"/>
          <p:cNvPicPr>
            <a:picLocks noChangeAspect="1"/>
          </p:cNvPicPr>
          <p:nvPr/>
        </p:nvPicPr>
        <p:blipFill>
          <a:blip r:embed="rId3">
            <a:extLst/>
          </a:blip>
          <a:stretch>
            <a:fillRect/>
          </a:stretch>
        </p:blipFill>
        <p:spPr>
          <a:xfrm>
            <a:off x="4450300" y="0"/>
            <a:ext cx="7741700" cy="6858000"/>
          </a:xfrm>
          <a:prstGeom prst="rect">
            <a:avLst/>
          </a:prstGeom>
          <a:ln w="12700">
            <a:miter lim="400000"/>
          </a:ln>
        </p:spPr>
      </p:pic>
      <p:sp>
        <p:nvSpPr>
          <p:cNvPr id="120" name="Body Level One…"/>
          <p:cNvSpPr txBox="1"/>
          <p:nvPr>
            <p:ph type="body" sz="quarter" idx="1" hasCustomPrompt="1"/>
          </p:nvPr>
        </p:nvSpPr>
        <p:spPr>
          <a:xfrm>
            <a:off x="666748" y="4941887"/>
            <a:ext cx="4848228" cy="360001"/>
          </a:xfrm>
          <a:prstGeom prst="rect">
            <a:avLst/>
          </a:prstGeom>
          <a:noFill/>
        </p:spPr>
        <p:txBody>
          <a:bodyPr/>
          <a:lstStyle>
            <a:lvl1pPr>
              <a:defRPr b="0" sz="1800"/>
            </a:lvl1pPr>
            <a:lvl2pPr marL="0" indent="457200">
              <a:buSzTx/>
              <a:buNone/>
              <a:defRPr b="0" sz="1800"/>
            </a:lvl2pPr>
            <a:lvl3pPr marL="1120139" indent="-205739">
              <a:defRPr b="0" sz="1800"/>
            </a:lvl3pPr>
            <a:lvl4pPr marL="1600200" indent="-228600">
              <a:defRPr b="0" sz="1800"/>
            </a:lvl4pPr>
            <a:lvl5pPr marL="2057400" indent="-228600">
              <a:defRPr b="0" sz="1800"/>
            </a:lvl5pPr>
          </a:lstStyle>
          <a:p>
            <a:pPr/>
            <a:r>
              <a:t>Ansprechpartner</a:t>
            </a:r>
          </a:p>
          <a:p>
            <a:pPr lvl="1"/>
            <a:r>
              <a:t/>
            </a:r>
          </a:p>
          <a:p>
            <a:pPr lvl="2"/>
            <a:r>
              <a:t/>
            </a:r>
          </a:p>
          <a:p>
            <a:pPr lvl="3"/>
            <a:r>
              <a:t/>
            </a:r>
          </a:p>
          <a:p>
            <a:pPr lvl="4"/>
            <a:r>
              <a:t/>
            </a:r>
          </a:p>
        </p:txBody>
      </p:sp>
      <p:sp>
        <p:nvSpPr>
          <p:cNvPr id="121" name="Textplatzhalter 11"/>
          <p:cNvSpPr/>
          <p:nvPr>
            <p:ph type="body" sz="quarter" idx="21" hasCustomPrompt="1"/>
          </p:nvPr>
        </p:nvSpPr>
        <p:spPr>
          <a:xfrm>
            <a:off x="666748" y="5301888"/>
            <a:ext cx="4848228" cy="360001"/>
          </a:xfrm>
          <a:prstGeom prst="rect">
            <a:avLst/>
          </a:prstGeom>
          <a:noFill/>
        </p:spPr>
        <p:txBody>
          <a:bodyPr/>
          <a:lstStyle>
            <a:lvl1pPr defTabSz="877823">
              <a:spcBef>
                <a:spcPts val="900"/>
              </a:spcBef>
              <a:defRPr b="0" sz="1727"/>
            </a:lvl1pPr>
          </a:lstStyle>
          <a:p>
            <a:pPr/>
            <a:r>
              <a:t>Telefonnummer</a:t>
            </a:r>
          </a:p>
        </p:txBody>
      </p:sp>
      <p:sp>
        <p:nvSpPr>
          <p:cNvPr id="122" name="Textplatzhalter 11"/>
          <p:cNvSpPr/>
          <p:nvPr>
            <p:ph type="body" sz="quarter" idx="22" hasCustomPrompt="1"/>
          </p:nvPr>
        </p:nvSpPr>
        <p:spPr>
          <a:xfrm>
            <a:off x="666748" y="5661888"/>
            <a:ext cx="4848228" cy="360001"/>
          </a:xfrm>
          <a:prstGeom prst="rect">
            <a:avLst/>
          </a:prstGeom>
          <a:noFill/>
        </p:spPr>
        <p:txBody>
          <a:bodyPr/>
          <a:lstStyle>
            <a:lvl1pPr defTabSz="877823">
              <a:spcBef>
                <a:spcPts val="900"/>
              </a:spcBef>
              <a:defRPr b="0" sz="1727"/>
            </a:lvl1pPr>
          </a:lstStyle>
          <a:p>
            <a:pPr/>
            <a:r>
              <a:t>Mail</a:t>
            </a:r>
          </a:p>
        </p:txBody>
      </p:sp>
      <p:sp>
        <p:nvSpPr>
          <p:cNvPr id="123" name="Textplatzhalter 11"/>
          <p:cNvSpPr/>
          <p:nvPr>
            <p:ph type="body" sz="quarter" idx="23" hasCustomPrompt="1"/>
          </p:nvPr>
        </p:nvSpPr>
        <p:spPr>
          <a:xfrm>
            <a:off x="666747" y="6119088"/>
            <a:ext cx="4848228" cy="360001"/>
          </a:xfrm>
          <a:prstGeom prst="rect">
            <a:avLst/>
          </a:prstGeom>
          <a:noFill/>
        </p:spPr>
        <p:txBody>
          <a:bodyPr/>
          <a:lstStyle>
            <a:lvl1pPr defTabSz="877823">
              <a:spcBef>
                <a:spcPts val="900"/>
              </a:spcBef>
              <a:defRPr sz="1727">
                <a:solidFill>
                  <a:srgbClr val="71C7E5"/>
                </a:solidFill>
              </a:defRPr>
            </a:lvl1pPr>
          </a:lstStyle>
          <a:p>
            <a:pPr/>
            <a:r>
              <a:t>www.whz.de</a:t>
            </a:r>
          </a:p>
        </p:txBody>
      </p:sp>
      <p:sp>
        <p:nvSpPr>
          <p:cNvPr id="124" name="Textplatzhalter 11"/>
          <p:cNvSpPr/>
          <p:nvPr>
            <p:ph type="body" sz="quarter" idx="24" hasCustomPrompt="1"/>
          </p:nvPr>
        </p:nvSpPr>
        <p:spPr>
          <a:xfrm>
            <a:off x="666747" y="4165312"/>
            <a:ext cx="4848228" cy="360001"/>
          </a:xfrm>
          <a:prstGeom prst="rect">
            <a:avLst/>
          </a:prstGeom>
          <a:noFill/>
        </p:spPr>
        <p:txBody>
          <a:bodyPr/>
          <a:lstStyle>
            <a:lvl1pPr defTabSz="877823">
              <a:spcBef>
                <a:spcPts val="900"/>
              </a:spcBef>
              <a:defRPr sz="1727">
                <a:solidFill>
                  <a:srgbClr val="71C7E5"/>
                </a:solidFill>
              </a:defRPr>
            </a:lvl1pPr>
          </a:lstStyle>
          <a:p>
            <a:pPr/>
            <a:r>
              <a:t>Kontakt</a:t>
            </a:r>
          </a:p>
        </p:txBody>
      </p:sp>
      <p:sp>
        <p:nvSpPr>
          <p:cNvPr id="125" name="Textplatzhalter 11"/>
          <p:cNvSpPr/>
          <p:nvPr>
            <p:ph type="body" sz="quarter" idx="25" hasCustomPrompt="1"/>
          </p:nvPr>
        </p:nvSpPr>
        <p:spPr>
          <a:xfrm>
            <a:off x="666747" y="4553599"/>
            <a:ext cx="4848228" cy="360001"/>
          </a:xfrm>
          <a:prstGeom prst="rect">
            <a:avLst/>
          </a:prstGeom>
          <a:noFill/>
        </p:spPr>
        <p:txBody>
          <a:bodyPr/>
          <a:lstStyle>
            <a:lvl1pPr defTabSz="877823">
              <a:spcBef>
                <a:spcPts val="900"/>
              </a:spcBef>
              <a:defRPr sz="1727"/>
            </a:lvl1pPr>
          </a:lstStyle>
          <a:p>
            <a:pPr/>
            <a:r>
              <a:t>WHZ Fakultät</a:t>
            </a:r>
          </a:p>
        </p:txBody>
      </p:sp>
      <p:sp>
        <p:nvSpPr>
          <p:cNvPr id="1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Freihandform: Form 16"/>
          <p:cNvSpPr/>
          <p:nvPr/>
        </p:nvSpPr>
        <p:spPr>
          <a:xfrm>
            <a:off x="4397852" y="-1"/>
            <a:ext cx="7818948" cy="55534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15" y="0"/>
                </a:moveTo>
                <a:lnTo>
                  <a:pt x="21530" y="29"/>
                </a:lnTo>
                <a:cubicBezTo>
                  <a:pt x="21534" y="6315"/>
                  <a:pt x="21597" y="13146"/>
                  <a:pt x="21600" y="19432"/>
                </a:cubicBezTo>
                <a:lnTo>
                  <a:pt x="12455" y="21600"/>
                </a:lnTo>
                <a:lnTo>
                  <a:pt x="0" y="10254"/>
                </a:lnTo>
                <a:cubicBezTo>
                  <a:pt x="1412" y="8757"/>
                  <a:pt x="6904" y="1497"/>
                  <a:pt x="8315" y="0"/>
                </a:cubicBezTo>
                <a:close/>
              </a:path>
            </a:pathLst>
          </a:custGeom>
          <a:blipFill>
            <a:blip r:embed="rId2"/>
            <a:stretch>
              <a:fillRect/>
            </a:stretch>
          </a:blipFill>
          <a:ln w="12700">
            <a:miter lim="400000"/>
          </a:ln>
        </p:spPr>
        <p:txBody>
          <a:bodyPr lIns="45719" rIns="45719" anchor="ctr"/>
          <a:lstStyle/>
          <a:p>
            <a:pPr algn="ctr">
              <a:defRPr>
                <a:solidFill>
                  <a:srgbClr val="FFFFFF"/>
                </a:solidFill>
              </a:defRPr>
            </a:pPr>
          </a:p>
        </p:txBody>
      </p:sp>
      <p:pic>
        <p:nvPicPr>
          <p:cNvPr id="3" name="Grafik 41" descr="Grafik 41"/>
          <p:cNvPicPr>
            <a:picLocks noChangeAspect="1"/>
          </p:cNvPicPr>
          <p:nvPr/>
        </p:nvPicPr>
        <p:blipFill>
          <a:blip r:embed="rId3">
            <a:extLst/>
          </a:blip>
          <a:srcRect l="421" t="0" r="0" b="0"/>
          <a:stretch>
            <a:fillRect/>
          </a:stretch>
        </p:blipFill>
        <p:spPr>
          <a:xfrm>
            <a:off x="0" y="2441985"/>
            <a:ext cx="12210324" cy="4479466"/>
          </a:xfrm>
          <a:prstGeom prst="rect">
            <a:avLst/>
          </a:prstGeom>
          <a:ln w="12700">
            <a:miter lim="400000"/>
          </a:ln>
        </p:spPr>
      </p:pic>
      <p:pic>
        <p:nvPicPr>
          <p:cNvPr id="4" name="Grafik 9" descr="Grafik 9"/>
          <p:cNvPicPr>
            <a:picLocks noChangeAspect="1"/>
          </p:cNvPicPr>
          <p:nvPr/>
        </p:nvPicPr>
        <p:blipFill>
          <a:blip r:embed="rId4">
            <a:extLst/>
          </a:blip>
          <a:stretch>
            <a:fillRect/>
          </a:stretch>
        </p:blipFill>
        <p:spPr>
          <a:xfrm>
            <a:off x="0" y="91"/>
            <a:ext cx="5664200" cy="2357124"/>
          </a:xfrm>
          <a:prstGeom prst="rect">
            <a:avLst/>
          </a:prstGeom>
          <a:ln w="12700">
            <a:miter lim="400000"/>
          </a:ln>
        </p:spPr>
      </p:pic>
      <p:sp>
        <p:nvSpPr>
          <p:cNvPr id="5" name="Body Level One…"/>
          <p:cNvSpPr txBox="1"/>
          <p:nvPr>
            <p:ph type="body" idx="1" hasCustomPrompt="1"/>
          </p:nvPr>
        </p:nvSpPr>
        <p:spPr>
          <a:xfrm>
            <a:off x="583303" y="3762754"/>
            <a:ext cx="4724242" cy="563232"/>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Titel der Präsentation </a:t>
            </a:r>
          </a:p>
          <a:p>
            <a:pPr lvl="1"/>
            <a:r>
              <a:t/>
            </a:r>
          </a:p>
          <a:p>
            <a:pPr lvl="2"/>
            <a:r>
              <a:t/>
            </a:r>
          </a:p>
          <a:p>
            <a:pPr lvl="3"/>
            <a:r>
              <a:t/>
            </a:r>
          </a:p>
          <a:p>
            <a:pPr lvl="4"/>
            <a:r>
              <a:t/>
            </a:r>
          </a:p>
        </p:txBody>
      </p:sp>
      <p:sp>
        <p:nvSpPr>
          <p:cNvPr id="6" name="Textfeld 1"/>
          <p:cNvSpPr txBox="1"/>
          <p:nvPr/>
        </p:nvSpPr>
        <p:spPr>
          <a:xfrm rot="16200000">
            <a:off x="11793020" y="4400989"/>
            <a:ext cx="645126" cy="154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400">
                <a:latin typeface="Segoe UI Light"/>
                <a:ea typeface="Segoe UI Light"/>
                <a:cs typeface="Segoe UI Light"/>
                <a:sym typeface="Segoe UI Light"/>
              </a:defRPr>
            </a:lvl1pPr>
          </a:lstStyle>
          <a:p>
            <a:pPr/>
            <a:r>
              <a:t>WHZ/Helge Gerischer</a:t>
            </a:r>
          </a:p>
        </p:txBody>
      </p:sp>
      <p:sp>
        <p:nvSpPr>
          <p:cNvPr id="7" name="Title Text"/>
          <p:cNvSpPr txBox="1"/>
          <p:nvPr>
            <p:ph type="title"/>
          </p:nvPr>
        </p:nvSpPr>
        <p:spPr>
          <a:xfrm>
            <a:off x="609600" y="0"/>
            <a:ext cx="10972800" cy="1692275"/>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8"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Proxima Nova"/>
          <a:ea typeface="Proxima Nova"/>
          <a:cs typeface="Proxima Nova"/>
          <a:sym typeface="Proxima Nova"/>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Proxima Nova"/>
          <a:ea typeface="Proxima Nova"/>
          <a:cs typeface="Proxima Nova"/>
          <a:sym typeface="Proxima Nova"/>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Proxima Nova"/>
          <a:ea typeface="Proxima Nova"/>
          <a:cs typeface="Proxima Nova"/>
          <a:sym typeface="Proxima Nova"/>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Proxima Nova"/>
          <a:ea typeface="Proxima Nova"/>
          <a:cs typeface="Proxima Nova"/>
          <a:sym typeface="Proxima Nova"/>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Proxima Nova"/>
          <a:ea typeface="Proxima Nova"/>
          <a:cs typeface="Proxima Nova"/>
          <a:sym typeface="Proxima Nova"/>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Proxima Nova"/>
          <a:ea typeface="Proxima Nova"/>
          <a:cs typeface="Proxima Nova"/>
          <a:sym typeface="Proxima Nova"/>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Proxima Nova"/>
          <a:ea typeface="Proxima Nova"/>
          <a:cs typeface="Proxima Nova"/>
          <a:sym typeface="Proxima Nova"/>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Proxima Nova"/>
          <a:ea typeface="Proxima Nova"/>
          <a:cs typeface="Proxima Nova"/>
          <a:sym typeface="Proxima Nova"/>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Proxima Nova"/>
          <a:ea typeface="Proxima Nova"/>
          <a:cs typeface="Proxima Nova"/>
          <a:sym typeface="Proxima Nova"/>
        </a:defRPr>
      </a:lvl9pPr>
    </p:titleStyle>
    <p:bodyStyle>
      <a:lvl1pPr marL="0" marR="0" indent="0" algn="l" defTabSz="914400" rtl="0" latinLnBrk="0">
        <a:lnSpc>
          <a:spcPct val="90000"/>
        </a:lnSpc>
        <a:spcBef>
          <a:spcPts val="1000"/>
        </a:spcBef>
        <a:spcAft>
          <a:spcPts val="0"/>
        </a:spcAft>
        <a:buClrTx/>
        <a:buSzTx/>
        <a:buFontTx/>
        <a:buNone/>
        <a:tabLst/>
        <a:defRPr b="1" baseline="0" cap="none" i="0" spc="0" strike="noStrike" sz="3400" u="none">
          <a:solidFill>
            <a:srgbClr val="000000"/>
          </a:solidFill>
          <a:uFillTx/>
          <a:latin typeface="Segoe UI"/>
          <a:ea typeface="Segoe UI"/>
          <a:cs typeface="Segoe UI"/>
          <a:sym typeface="Segoe UI"/>
        </a:defRPr>
      </a:lvl1pPr>
      <a:lvl2pPr marL="781050" marR="0" indent="-323850" algn="l" defTabSz="914400" rtl="0" latinLnBrk="0">
        <a:lnSpc>
          <a:spcPct val="90000"/>
        </a:lnSpc>
        <a:spcBef>
          <a:spcPts val="1000"/>
        </a:spcBef>
        <a:spcAft>
          <a:spcPts val="0"/>
        </a:spcAft>
        <a:buClrTx/>
        <a:buSzPct val="100000"/>
        <a:buFontTx/>
        <a:buChar char="•"/>
        <a:tabLst/>
        <a:defRPr b="1" baseline="0" cap="none" i="0" spc="0" strike="noStrike" sz="3400" u="none">
          <a:solidFill>
            <a:srgbClr val="000000"/>
          </a:solidFill>
          <a:uFillTx/>
          <a:latin typeface="Segoe UI"/>
          <a:ea typeface="Segoe UI"/>
          <a:cs typeface="Segoe UI"/>
          <a:sym typeface="Segoe UI"/>
        </a:defRPr>
      </a:lvl2pPr>
      <a:lvl3pPr marL="1303019" marR="0" indent="-388619" algn="l" defTabSz="914400" rtl="0" latinLnBrk="0">
        <a:lnSpc>
          <a:spcPct val="90000"/>
        </a:lnSpc>
        <a:spcBef>
          <a:spcPts val="1000"/>
        </a:spcBef>
        <a:spcAft>
          <a:spcPts val="0"/>
        </a:spcAft>
        <a:buClrTx/>
        <a:buSzPct val="100000"/>
        <a:buFontTx/>
        <a:buChar char="•"/>
        <a:tabLst/>
        <a:defRPr b="1" baseline="0" cap="none" i="0" spc="0" strike="noStrike" sz="3400" u="none">
          <a:solidFill>
            <a:srgbClr val="000000"/>
          </a:solidFill>
          <a:uFillTx/>
          <a:latin typeface="Segoe UI"/>
          <a:ea typeface="Segoe UI"/>
          <a:cs typeface="Segoe UI"/>
          <a:sym typeface="Segoe UI"/>
        </a:defRPr>
      </a:lvl3pPr>
      <a:lvl4pPr marL="1803400" marR="0" indent="-431800" algn="l" defTabSz="914400" rtl="0" latinLnBrk="0">
        <a:lnSpc>
          <a:spcPct val="90000"/>
        </a:lnSpc>
        <a:spcBef>
          <a:spcPts val="1000"/>
        </a:spcBef>
        <a:spcAft>
          <a:spcPts val="0"/>
        </a:spcAft>
        <a:buClrTx/>
        <a:buSzPct val="100000"/>
        <a:buFontTx/>
        <a:buChar char="•"/>
        <a:tabLst/>
        <a:defRPr b="1" baseline="0" cap="none" i="0" spc="0" strike="noStrike" sz="3400" u="none">
          <a:solidFill>
            <a:srgbClr val="000000"/>
          </a:solidFill>
          <a:uFillTx/>
          <a:latin typeface="Segoe UI"/>
          <a:ea typeface="Segoe UI"/>
          <a:cs typeface="Segoe UI"/>
          <a:sym typeface="Segoe UI"/>
        </a:defRPr>
      </a:lvl4pPr>
      <a:lvl5pPr marL="2260600" marR="0" indent="-431800" algn="l" defTabSz="914400" rtl="0" latinLnBrk="0">
        <a:lnSpc>
          <a:spcPct val="90000"/>
        </a:lnSpc>
        <a:spcBef>
          <a:spcPts val="1000"/>
        </a:spcBef>
        <a:spcAft>
          <a:spcPts val="0"/>
        </a:spcAft>
        <a:buClrTx/>
        <a:buSzPct val="100000"/>
        <a:buFontTx/>
        <a:buChar char="•"/>
        <a:tabLst/>
        <a:defRPr b="1" baseline="0" cap="none" i="0" spc="0" strike="noStrike" sz="3400" u="none">
          <a:solidFill>
            <a:srgbClr val="000000"/>
          </a:solidFill>
          <a:uFillTx/>
          <a:latin typeface="Segoe UI"/>
          <a:ea typeface="Segoe UI"/>
          <a:cs typeface="Segoe UI"/>
          <a:sym typeface="Segoe UI"/>
        </a:defRPr>
      </a:lvl5pPr>
      <a:lvl6pPr marL="2717800" marR="0" indent="-431800" algn="l" defTabSz="914400" rtl="0" latinLnBrk="0">
        <a:lnSpc>
          <a:spcPct val="90000"/>
        </a:lnSpc>
        <a:spcBef>
          <a:spcPts val="1000"/>
        </a:spcBef>
        <a:spcAft>
          <a:spcPts val="0"/>
        </a:spcAft>
        <a:buClrTx/>
        <a:buSzPct val="100000"/>
        <a:buFontTx/>
        <a:buChar char="•"/>
        <a:tabLst/>
        <a:defRPr b="1" baseline="0" cap="none" i="0" spc="0" strike="noStrike" sz="3400" u="none">
          <a:solidFill>
            <a:srgbClr val="000000"/>
          </a:solidFill>
          <a:uFillTx/>
          <a:latin typeface="Segoe UI"/>
          <a:ea typeface="Segoe UI"/>
          <a:cs typeface="Segoe UI"/>
          <a:sym typeface="Segoe UI"/>
        </a:defRPr>
      </a:lvl6pPr>
      <a:lvl7pPr marL="3175000" marR="0" indent="-431800" algn="l" defTabSz="914400" rtl="0" latinLnBrk="0">
        <a:lnSpc>
          <a:spcPct val="90000"/>
        </a:lnSpc>
        <a:spcBef>
          <a:spcPts val="1000"/>
        </a:spcBef>
        <a:spcAft>
          <a:spcPts val="0"/>
        </a:spcAft>
        <a:buClrTx/>
        <a:buSzPct val="100000"/>
        <a:buFontTx/>
        <a:buChar char="•"/>
        <a:tabLst/>
        <a:defRPr b="1" baseline="0" cap="none" i="0" spc="0" strike="noStrike" sz="3400" u="none">
          <a:solidFill>
            <a:srgbClr val="000000"/>
          </a:solidFill>
          <a:uFillTx/>
          <a:latin typeface="Segoe UI"/>
          <a:ea typeface="Segoe UI"/>
          <a:cs typeface="Segoe UI"/>
          <a:sym typeface="Segoe UI"/>
        </a:defRPr>
      </a:lvl7pPr>
      <a:lvl8pPr marL="3632200" marR="0" indent="-431800" algn="l" defTabSz="914400" rtl="0" latinLnBrk="0">
        <a:lnSpc>
          <a:spcPct val="90000"/>
        </a:lnSpc>
        <a:spcBef>
          <a:spcPts val="1000"/>
        </a:spcBef>
        <a:spcAft>
          <a:spcPts val="0"/>
        </a:spcAft>
        <a:buClrTx/>
        <a:buSzPct val="100000"/>
        <a:buFontTx/>
        <a:buChar char="•"/>
        <a:tabLst/>
        <a:defRPr b="1" baseline="0" cap="none" i="0" spc="0" strike="noStrike" sz="3400" u="none">
          <a:solidFill>
            <a:srgbClr val="000000"/>
          </a:solidFill>
          <a:uFillTx/>
          <a:latin typeface="Segoe UI"/>
          <a:ea typeface="Segoe UI"/>
          <a:cs typeface="Segoe UI"/>
          <a:sym typeface="Segoe UI"/>
        </a:defRPr>
      </a:lvl8pPr>
      <a:lvl9pPr marL="4089400" marR="0" indent="-431800" algn="l" defTabSz="914400" rtl="0" latinLnBrk="0">
        <a:lnSpc>
          <a:spcPct val="90000"/>
        </a:lnSpc>
        <a:spcBef>
          <a:spcPts val="1000"/>
        </a:spcBef>
        <a:spcAft>
          <a:spcPts val="0"/>
        </a:spcAft>
        <a:buClrTx/>
        <a:buSzPct val="100000"/>
        <a:buFontTx/>
        <a:buChar char="•"/>
        <a:tabLst/>
        <a:defRPr b="1" baseline="0" cap="none" i="0" spc="0" strike="noStrike" sz="3400" u="none">
          <a:solidFill>
            <a:srgbClr val="000000"/>
          </a:solidFill>
          <a:uFillTx/>
          <a:latin typeface="Segoe UI"/>
          <a:ea typeface="Segoe UI"/>
          <a:cs typeface="Segoe UI"/>
          <a:sym typeface="Segoe U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Proxima Nova"/>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Proxima Nova"/>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Proxima Nova"/>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Proxima Nova"/>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Proxima Nova"/>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Proxima Nova"/>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Proxima Nova"/>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Proxima Nova"/>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Proxima Nov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embarc.de/downloads/cheat-sheets/01/architecture-cheat-sheet-1-architecture-overview.pdf" TargetMode="External"/><Relationship Id="rId3" Type="http://schemas.openxmlformats.org/officeDocument/2006/relationships/hyperlink" Target="https://martinfowler.com/ieeeSoftware/whoNeedsArchitect.pdf" TargetMode="External"/><Relationship Id="rId4" Type="http://schemas.openxmlformats.org/officeDocument/2006/relationships/hyperlink" Target="https://www.embarc.de/architektur-spicker/12-leichtgewichtige-reviews/" TargetMode="External"/><Relationship Id="rId5" Type="http://schemas.openxmlformats.org/officeDocument/2006/relationships/hyperlink" Target="https://github.com/RaviVermarv05/RockyBorg/blob/main/IOT%20Project_Rockyborg.pdf"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extplatzhalter 1"/>
          <p:cNvSpPr txBox="1"/>
          <p:nvPr>
            <p:ph type="body" sz="quarter" idx="1"/>
          </p:nvPr>
        </p:nvSpPr>
        <p:spPr>
          <a:xfrm>
            <a:off x="548764" y="3952003"/>
            <a:ext cx="5664201" cy="989412"/>
          </a:xfrm>
          <a:prstGeom prst="rect">
            <a:avLst/>
          </a:prstGeom>
        </p:spPr>
        <p:txBody>
          <a:bodyPr/>
          <a:lstStyle>
            <a:lvl1pPr>
              <a:defRPr sz="3100">
                <a:latin typeface="Times New Roman"/>
                <a:ea typeface="Times New Roman"/>
                <a:cs typeface="Times New Roman"/>
                <a:sym typeface="Times New Roman"/>
              </a:defRPr>
            </a:lvl1pPr>
          </a:lstStyle>
          <a:p>
            <a:pPr/>
            <a:r>
              <a:t>LASR: IoT-Driven Autonomous Robot (The RockyBorg Project)</a:t>
            </a:r>
          </a:p>
        </p:txBody>
      </p:sp>
      <p:sp>
        <p:nvSpPr>
          <p:cNvPr id="136" name="Textplatzhalter 4"/>
          <p:cNvSpPr txBox="1"/>
          <p:nvPr/>
        </p:nvSpPr>
        <p:spPr>
          <a:xfrm>
            <a:off x="513895" y="5250257"/>
            <a:ext cx="3001031" cy="48273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90000"/>
              </a:lnSpc>
              <a:spcBef>
                <a:spcPts val="1000"/>
              </a:spcBef>
              <a:defRPr sz="2800">
                <a:solidFill>
                  <a:srgbClr val="FFFFFF"/>
                </a:solidFill>
                <a:latin typeface="Times New Roman"/>
                <a:ea typeface="Times New Roman"/>
                <a:cs typeface="Times New Roman"/>
                <a:sym typeface="Times New Roman"/>
              </a:defRPr>
            </a:lvl1pPr>
          </a:lstStyle>
          <a:p>
            <a:pPr/>
            <a:r>
              <a:t>Ravi Verma (54270)</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0" name="Screenshot 2025-11-27 at 13.17.37.png" descr="Screenshot 2025-11-27 at 13.17.37.png"/>
          <p:cNvPicPr>
            <a:picLocks noChangeAspect="0"/>
          </p:cNvPicPr>
          <p:nvPr/>
        </p:nvPicPr>
        <p:blipFill>
          <a:blip r:embed="rId3">
            <a:alphaModFix amt="18727"/>
            <a:extLst/>
          </a:blip>
          <a:stretch>
            <a:fillRect/>
          </a:stretch>
        </p:blipFill>
        <p:spPr>
          <a:xfrm>
            <a:off x="-13298" y="-4923"/>
            <a:ext cx="12218596" cy="6867846"/>
          </a:xfrm>
          <a:prstGeom prst="rect">
            <a:avLst/>
          </a:prstGeom>
          <a:ln w="12700">
            <a:miter lim="400000"/>
          </a:ln>
          <a:effectLst>
            <a:outerShdw sx="100000" sy="100000" kx="0" ky="0" algn="b" rotWithShape="0" blurRad="254000" dist="127000" dir="16200000">
              <a:srgbClr val="000000">
                <a:alpha val="70000"/>
              </a:srgbClr>
            </a:outerShdw>
            <a:reflection blurRad="0" stA="100000" stPos="0" endA="0" endPos="40000" dist="0" dir="5400000" fadeDir="5400000" sx="100000" sy="-100000" kx="0" ky="0" algn="bl" rotWithShape="0"/>
          </a:effectLst>
        </p:spPr>
      </p:pic>
      <p:sp>
        <p:nvSpPr>
          <p:cNvPr id="141" name="Foliennummernplatzhalter 5"/>
          <p:cNvSpPr txBox="1"/>
          <p:nvPr>
            <p:ph type="sldNum" sz="quarter" idx="2"/>
          </p:nvPr>
        </p:nvSpPr>
        <p:spPr>
          <a:xfrm>
            <a:off x="11500299" y="6173735"/>
            <a:ext cx="233324" cy="3327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42" name="Textplatzhalter 2"/>
          <p:cNvSpPr txBox="1"/>
          <p:nvPr>
            <p:ph type="body" sz="quarter" idx="1"/>
          </p:nvPr>
        </p:nvSpPr>
        <p:spPr>
          <a:xfrm>
            <a:off x="156463" y="2009376"/>
            <a:ext cx="5042787" cy="969071"/>
          </a:xfrm>
          <a:prstGeom prst="rect">
            <a:avLst/>
          </a:prstGeom>
        </p:spPr>
        <p:txBody>
          <a:bodyPr/>
          <a:lstStyle>
            <a:lvl1pPr algn="ctr">
              <a:defRPr>
                <a:latin typeface="Times New Roman"/>
                <a:ea typeface="Times New Roman"/>
                <a:cs typeface="Times New Roman"/>
                <a:sym typeface="Times New Roman"/>
              </a:defRPr>
            </a:lvl1pPr>
          </a:lstStyle>
          <a:p>
            <a:pPr/>
            <a:r>
              <a:t>Mission Statement</a:t>
            </a:r>
          </a:p>
        </p:txBody>
      </p:sp>
      <p:sp>
        <p:nvSpPr>
          <p:cNvPr id="143" name="Textplatzhalter 3"/>
          <p:cNvSpPr/>
          <p:nvPr>
            <p:ph type="body" idx="22"/>
          </p:nvPr>
        </p:nvSpPr>
        <p:spPr>
          <a:xfrm>
            <a:off x="756355" y="2910288"/>
            <a:ext cx="5334001" cy="1210522"/>
          </a:xfrm>
          <a:prstGeom prst="rect">
            <a:avLst/>
          </a:prstGeom>
          <a:extLst>
            <a:ext uri="{C572A759-6A51-4108-AA02-DFA0A04FC94B}">
              <ma14:wrappingTextBoxFlag xmlns:ma14="http://schemas.microsoft.com/office/mac/drawingml/2011/main" val="1"/>
            </a:ext>
          </a:extLst>
        </p:spPr>
        <p:txBody>
          <a:bodyPr/>
          <a:lstStyle>
            <a:lvl1pPr marL="0" indent="0" algn="just" defTabSz="443484">
              <a:lnSpc>
                <a:spcPct val="100000"/>
              </a:lnSpc>
              <a:spcBef>
                <a:spcPts val="1100"/>
              </a:spcBef>
              <a:buClrTx/>
              <a:buSzTx/>
              <a:buFontTx/>
              <a:buNone/>
              <a:defRPr sz="1843">
                <a:solidFill>
                  <a:srgbClr val="000000"/>
                </a:solidFill>
                <a:latin typeface="Times New Roman"/>
                <a:ea typeface="Times New Roman"/>
                <a:cs typeface="Times New Roman"/>
                <a:sym typeface="Times New Roman"/>
              </a:defRPr>
            </a:lvl1pPr>
          </a:lstStyle>
          <a:p>
            <a:pPr/>
            <a:r>
              <a:t>To build an autonomous robot capable of accurately following a black line, responding to red obstacles, and maintaining smooth motion through PID control.</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Foliennummernplatzhalter 5"/>
          <p:cNvSpPr txBox="1"/>
          <p:nvPr>
            <p:ph type="sldNum" sz="quarter" idx="2"/>
          </p:nvPr>
        </p:nvSpPr>
        <p:spPr>
          <a:xfrm>
            <a:off x="11500299" y="6173735"/>
            <a:ext cx="233324" cy="3327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48" name="Textplatzhalter 1"/>
          <p:cNvSpPr txBox="1"/>
          <p:nvPr>
            <p:ph type="body" sz="quarter" idx="1"/>
          </p:nvPr>
        </p:nvSpPr>
        <p:spPr>
          <a:xfrm>
            <a:off x="583663" y="463277"/>
            <a:ext cx="9100099" cy="1222910"/>
          </a:xfrm>
          <a:prstGeom prst="rect">
            <a:avLst/>
          </a:prstGeom>
        </p:spPr>
        <p:txBody>
          <a:bodyPr/>
          <a:lstStyle>
            <a:lvl1pPr>
              <a:defRPr sz="3900">
                <a:latin typeface="Times New Roman"/>
                <a:ea typeface="Times New Roman"/>
                <a:cs typeface="Times New Roman"/>
                <a:sym typeface="Times New Roman"/>
              </a:defRPr>
            </a:lvl1pPr>
          </a:lstStyle>
          <a:p>
            <a:pPr/>
            <a:r>
              <a:t>System Architecture Overview</a:t>
            </a:r>
          </a:p>
        </p:txBody>
      </p:sp>
      <p:sp>
        <p:nvSpPr>
          <p:cNvPr id="149" name="Textplatzhalter 5"/>
          <p:cNvSpPr txBox="1"/>
          <p:nvPr/>
        </p:nvSpPr>
        <p:spPr>
          <a:xfrm>
            <a:off x="624525" y="1560391"/>
            <a:ext cx="5260362" cy="33981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spcBef>
                <a:spcPts val="1400"/>
              </a:spcBef>
              <a:defRPr b="1" sz="1300">
                <a:latin typeface="Times New Roman"/>
                <a:ea typeface="Times New Roman"/>
                <a:cs typeface="Times New Roman"/>
                <a:sym typeface="Times New Roman"/>
              </a:defRPr>
            </a:pPr>
            <a:r>
              <a:rPr b="0"/>
              <a:t>• </a:t>
            </a:r>
            <a:r>
              <a:rPr b="0">
                <a:solidFill>
                  <a:schemeClr val="accent3"/>
                </a:solidFill>
              </a:rPr>
              <a:t>Perception Layer</a:t>
            </a:r>
            <a:endParaRPr b="0">
              <a:solidFill>
                <a:schemeClr val="accent3"/>
              </a:solidFill>
            </a:endParaRPr>
          </a:p>
          <a:p>
            <a:pPr defTabSz="457200">
              <a:spcBef>
                <a:spcPts val="1200"/>
              </a:spcBef>
              <a:defRPr sz="1300">
                <a:latin typeface="Times New Roman"/>
                <a:ea typeface="Times New Roman"/>
                <a:cs typeface="Times New Roman"/>
                <a:sym typeface="Times New Roman"/>
              </a:defRPr>
            </a:pPr>
            <a:r>
              <a:t>The camera captures the track and provides the raw images for processing.</a:t>
            </a:r>
          </a:p>
          <a:p>
            <a:pPr defTabSz="457200">
              <a:spcBef>
                <a:spcPts val="1400"/>
              </a:spcBef>
              <a:defRPr b="1" sz="1300">
                <a:solidFill>
                  <a:schemeClr val="accent3"/>
                </a:solidFill>
                <a:latin typeface="Times New Roman"/>
                <a:ea typeface="Times New Roman"/>
                <a:cs typeface="Times New Roman"/>
                <a:sym typeface="Times New Roman"/>
              </a:defRPr>
            </a:pPr>
            <a:r>
              <a:rPr b="0"/>
              <a:t>• Network Layer</a:t>
            </a:r>
            <a:endParaRPr b="0"/>
          </a:p>
          <a:p>
            <a:pPr defTabSz="457200">
              <a:spcBef>
                <a:spcPts val="1200"/>
              </a:spcBef>
              <a:defRPr sz="1300">
                <a:latin typeface="Times New Roman"/>
                <a:ea typeface="Times New Roman"/>
                <a:cs typeface="Times New Roman"/>
                <a:sym typeface="Times New Roman"/>
              </a:defRPr>
            </a:pPr>
            <a:r>
              <a:t>The image data flows from the camera to OpenCV, and commands flow between Python modules and the RockyBorg board.</a:t>
            </a:r>
          </a:p>
          <a:p>
            <a:pPr defTabSz="457200">
              <a:spcBef>
                <a:spcPts val="1400"/>
              </a:spcBef>
              <a:defRPr b="1" sz="1300">
                <a:solidFill>
                  <a:schemeClr val="accent3"/>
                </a:solidFill>
                <a:latin typeface="Times New Roman"/>
                <a:ea typeface="Times New Roman"/>
                <a:cs typeface="Times New Roman"/>
                <a:sym typeface="Times New Roman"/>
              </a:defRPr>
            </a:pPr>
            <a:r>
              <a:rPr b="0"/>
              <a:t>• Processing Layer</a:t>
            </a:r>
            <a:endParaRPr b="0"/>
          </a:p>
          <a:p>
            <a:pPr defTabSz="457200">
              <a:spcBef>
                <a:spcPts val="1200"/>
              </a:spcBef>
              <a:defRPr sz="1300">
                <a:latin typeface="Times New Roman"/>
                <a:ea typeface="Times New Roman"/>
                <a:cs typeface="Times New Roman"/>
                <a:sym typeface="Times New Roman"/>
              </a:defRPr>
            </a:pPr>
            <a:r>
              <a:t>OpenCV and the Python logic process the images, detect the line/red objects, and compute steering using PID.</a:t>
            </a:r>
          </a:p>
          <a:p>
            <a:pPr defTabSz="457200">
              <a:spcBef>
                <a:spcPts val="1400"/>
              </a:spcBef>
              <a:defRPr b="1" sz="1300">
                <a:solidFill>
                  <a:schemeClr val="accent3"/>
                </a:solidFill>
                <a:latin typeface="Times New Roman"/>
                <a:ea typeface="Times New Roman"/>
                <a:cs typeface="Times New Roman"/>
                <a:sym typeface="Times New Roman"/>
              </a:defRPr>
            </a:pPr>
            <a:r>
              <a:rPr b="0"/>
              <a:t>• Application Layer</a:t>
            </a:r>
            <a:endParaRPr b="0"/>
          </a:p>
          <a:p>
            <a:pPr defTabSz="457200">
              <a:spcBef>
                <a:spcPts val="1200"/>
              </a:spcBef>
              <a:defRPr sz="1300">
                <a:latin typeface="Times New Roman"/>
                <a:ea typeface="Times New Roman"/>
                <a:cs typeface="Times New Roman"/>
                <a:sym typeface="Times New Roman"/>
              </a:defRPr>
            </a:pPr>
            <a:r>
              <a:t>The robot performs actions: follows the line, handles curves/junctions, and stops for red obstacles.</a:t>
            </a:r>
          </a:p>
        </p:txBody>
      </p:sp>
      <p:pic>
        <p:nvPicPr>
          <p:cNvPr id="150" name="Screenshot 2025-11-26 at 22.17.12.png" descr="Screenshot 2025-11-26 at 22.17.12.png"/>
          <p:cNvPicPr>
            <a:picLocks noChangeAspect="0"/>
          </p:cNvPicPr>
          <p:nvPr/>
        </p:nvPicPr>
        <p:blipFill>
          <a:blip r:embed="rId2">
            <a:extLst/>
          </a:blip>
          <a:stretch>
            <a:fillRect/>
          </a:stretch>
        </p:blipFill>
        <p:spPr>
          <a:xfrm>
            <a:off x="6198363" y="1560271"/>
            <a:ext cx="5256893" cy="3714106"/>
          </a:xfrm>
          <a:prstGeom prst="rect">
            <a:avLst/>
          </a:prstGeom>
          <a:ln w="12700">
            <a:miter lim="400000"/>
          </a:ln>
          <a:effectLst>
            <a:outerShdw sx="100000" sy="100000" kx="0" ky="0" algn="b" rotWithShape="0" blurRad="254000" dist="127000" dir="16200000">
              <a:srgbClr val="000000">
                <a:alpha val="70000"/>
              </a:srgbClr>
            </a:outerShdw>
          </a:effectLst>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54" name="Rechteck 4"/>
          <p:cNvGrpSpPr/>
          <p:nvPr/>
        </p:nvGrpSpPr>
        <p:grpSpPr>
          <a:xfrm>
            <a:off x="681712" y="5033600"/>
            <a:ext cx="6749996" cy="551340"/>
            <a:chOff x="0" y="0"/>
            <a:chExt cx="6749994" cy="551339"/>
          </a:xfrm>
        </p:grpSpPr>
        <p:sp>
          <p:nvSpPr>
            <p:cNvPr id="152" name="Rectangle"/>
            <p:cNvSpPr/>
            <p:nvPr/>
          </p:nvSpPr>
          <p:spPr>
            <a:xfrm>
              <a:off x="0" y="9713"/>
              <a:ext cx="6743614" cy="531913"/>
            </a:xfrm>
            <a:prstGeom prst="rect">
              <a:avLst/>
            </a:prstGeom>
            <a:solidFill>
              <a:srgbClr val="FFFFFF"/>
            </a:solidFill>
            <a:ln w="12700" cap="flat">
              <a:noFill/>
              <a:miter lim="400000"/>
            </a:ln>
            <a:effectLst/>
          </p:spPr>
          <p:txBody>
            <a:bodyPr wrap="square" lIns="45719" tIns="45719" rIns="45719" bIns="45719" numCol="1" anchor="ctr">
              <a:noAutofit/>
            </a:bodyPr>
            <a:lstStyle/>
            <a:p>
              <a:pPr>
                <a:defRPr sz="2400">
                  <a:solidFill>
                    <a:srgbClr val="0A2651"/>
                  </a:solidFill>
                  <a:latin typeface="Segoe UI"/>
                  <a:ea typeface="Segoe UI"/>
                  <a:cs typeface="Segoe UI"/>
                  <a:sym typeface="Segoe UI"/>
                </a:defRPr>
              </a:pPr>
            </a:p>
          </p:txBody>
        </p:sp>
        <p:sp>
          <p:nvSpPr>
            <p:cNvPr id="153" name="Robustness — ROI cropping removes background noise and keeps detection stable even when other parts of the track appear inside the frame."/>
            <p:cNvSpPr txBox="1"/>
            <p:nvPr/>
          </p:nvSpPr>
          <p:spPr>
            <a:xfrm>
              <a:off x="6270" y="0"/>
              <a:ext cx="6743725" cy="551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p>
              <a:pPr defTabSz="457200">
                <a:defRPr sz="1500">
                  <a:latin typeface="Times New Roman"/>
                  <a:ea typeface="Times New Roman"/>
                  <a:cs typeface="Times New Roman"/>
                  <a:sym typeface="Times New Roman"/>
                </a:defRPr>
              </a:pPr>
              <a:r>
                <a:rPr b="1"/>
                <a:t>Robustness</a:t>
              </a:r>
              <a:r>
                <a:t> — ROI cropping removes background noise and keeps detection stable even when other parts of the track appear inside the frame.</a:t>
              </a:r>
            </a:p>
          </p:txBody>
        </p:sp>
      </p:grpSp>
      <p:grpSp>
        <p:nvGrpSpPr>
          <p:cNvPr id="157" name="Rechteck 6"/>
          <p:cNvGrpSpPr/>
          <p:nvPr/>
        </p:nvGrpSpPr>
        <p:grpSpPr>
          <a:xfrm>
            <a:off x="691216" y="3837434"/>
            <a:ext cx="6743701" cy="546569"/>
            <a:chOff x="0" y="0"/>
            <a:chExt cx="6743700" cy="546567"/>
          </a:xfrm>
        </p:grpSpPr>
        <p:sp>
          <p:nvSpPr>
            <p:cNvPr id="155" name="Rectangle"/>
            <p:cNvSpPr/>
            <p:nvPr/>
          </p:nvSpPr>
          <p:spPr>
            <a:xfrm>
              <a:off x="12302" y="29934"/>
              <a:ext cx="6731398" cy="486700"/>
            </a:xfrm>
            <a:prstGeom prst="rect">
              <a:avLst/>
            </a:prstGeom>
            <a:solidFill>
              <a:srgbClr val="FFFFFF"/>
            </a:solidFill>
            <a:ln w="12700" cap="flat">
              <a:noFill/>
              <a:miter lim="400000"/>
            </a:ln>
            <a:effectLst/>
          </p:spPr>
          <p:txBody>
            <a:bodyPr wrap="square" lIns="45719" tIns="45719" rIns="45719" bIns="45719" numCol="1" anchor="ctr">
              <a:noAutofit/>
            </a:bodyPr>
            <a:lstStyle/>
            <a:p>
              <a:pPr>
                <a:defRPr sz="2400">
                  <a:solidFill>
                    <a:srgbClr val="0A2651"/>
                  </a:solidFill>
                  <a:latin typeface="Segoe UI"/>
                  <a:ea typeface="Segoe UI"/>
                  <a:cs typeface="Segoe UI"/>
                  <a:sym typeface="Segoe UI"/>
                </a:defRPr>
              </a:pPr>
            </a:p>
          </p:txBody>
        </p:sp>
        <p:sp>
          <p:nvSpPr>
            <p:cNvPr id="156" name="Maintainability — The code is split into clear modules, making it easy to update or fix."/>
            <p:cNvSpPr txBox="1"/>
            <p:nvPr/>
          </p:nvSpPr>
          <p:spPr>
            <a:xfrm>
              <a:off x="0" y="0"/>
              <a:ext cx="6559674" cy="5465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p>
              <a:pPr defTabSz="457200">
                <a:spcBef>
                  <a:spcPts val="1200"/>
                </a:spcBef>
                <a:defRPr sz="1500">
                  <a:latin typeface="Times New Roman"/>
                  <a:ea typeface="Times New Roman"/>
                  <a:cs typeface="Times New Roman"/>
                  <a:sym typeface="Times New Roman"/>
                </a:defRPr>
              </a:pPr>
              <a:r>
                <a:rPr b="1"/>
                <a:t>Maintainability</a:t>
              </a:r>
              <a:r>
                <a:t> — The code is split into clear modules, making it easy to update or fix.</a:t>
              </a:r>
            </a:p>
          </p:txBody>
        </p:sp>
      </p:grpSp>
      <p:sp>
        <p:nvSpPr>
          <p:cNvPr id="158" name="Rechteck 7"/>
          <p:cNvSpPr/>
          <p:nvPr/>
        </p:nvSpPr>
        <p:spPr>
          <a:xfrm>
            <a:off x="680648" y="2870603"/>
            <a:ext cx="6743701" cy="4318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45719" rIns="45719" anchor="ctr"/>
          <a:lstStyle/>
          <a:p>
            <a:pPr defTabSz="457200">
              <a:defRPr sz="1500">
                <a:latin typeface="Times New Roman"/>
                <a:ea typeface="Times New Roman"/>
                <a:cs typeface="Times New Roman"/>
                <a:sym typeface="Times New Roman"/>
              </a:defRPr>
            </a:pPr>
            <a:r>
              <a:rPr b="1"/>
              <a:t>Reliability</a:t>
            </a:r>
            <a:r>
              <a:t> — The robot consistently detects the line and red- object obstacles.</a:t>
            </a:r>
          </a:p>
        </p:txBody>
      </p:sp>
      <p:grpSp>
        <p:nvGrpSpPr>
          <p:cNvPr id="161" name="Rechteck 10"/>
          <p:cNvGrpSpPr/>
          <p:nvPr/>
        </p:nvGrpSpPr>
        <p:grpSpPr>
          <a:xfrm>
            <a:off x="680676" y="4435517"/>
            <a:ext cx="6743646" cy="546569"/>
            <a:chOff x="0" y="0"/>
            <a:chExt cx="6743643" cy="546567"/>
          </a:xfrm>
        </p:grpSpPr>
        <p:sp>
          <p:nvSpPr>
            <p:cNvPr id="159" name="Rectangle"/>
            <p:cNvSpPr/>
            <p:nvPr/>
          </p:nvSpPr>
          <p:spPr>
            <a:xfrm>
              <a:off x="20235" y="0"/>
              <a:ext cx="6723409" cy="546568"/>
            </a:xfrm>
            <a:prstGeom prst="rect">
              <a:avLst/>
            </a:prstGeom>
            <a:solidFill>
              <a:srgbClr val="FFFFFF"/>
            </a:solidFill>
            <a:ln w="12700" cap="flat">
              <a:noFill/>
              <a:miter lim="400000"/>
            </a:ln>
            <a:effectLst/>
          </p:spPr>
          <p:txBody>
            <a:bodyPr wrap="square" lIns="45719" tIns="45719" rIns="45719" bIns="45719" numCol="1" anchor="ctr">
              <a:noAutofit/>
            </a:bodyPr>
            <a:lstStyle/>
            <a:p>
              <a:pPr>
                <a:defRPr>
                  <a:solidFill>
                    <a:srgbClr val="FFFFFF"/>
                  </a:solidFill>
                </a:defRPr>
              </a:pPr>
            </a:p>
          </p:txBody>
        </p:sp>
        <p:sp>
          <p:nvSpPr>
            <p:cNvPr id="160" name="Scalability — New features or behaviors can be added without changing the whole system."/>
            <p:cNvSpPr txBox="1"/>
            <p:nvPr/>
          </p:nvSpPr>
          <p:spPr>
            <a:xfrm>
              <a:off x="0" y="6553"/>
              <a:ext cx="6737806" cy="5334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p>
              <a:pPr defTabSz="457200">
                <a:spcBef>
                  <a:spcPts val="1200"/>
                </a:spcBef>
                <a:defRPr sz="1500">
                  <a:latin typeface="Times New Roman"/>
                  <a:ea typeface="Times New Roman"/>
                  <a:cs typeface="Times New Roman"/>
                  <a:sym typeface="Times New Roman"/>
                </a:defRPr>
              </a:pPr>
              <a:r>
                <a:rPr b="1"/>
                <a:t>Scalability</a:t>
              </a:r>
              <a:r>
                <a:t> — New features or behaviors can be added without changing the whole system.</a:t>
              </a:r>
            </a:p>
          </p:txBody>
        </p:sp>
      </p:grpSp>
      <p:grpSp>
        <p:nvGrpSpPr>
          <p:cNvPr id="164" name="Rechteck 11"/>
          <p:cNvGrpSpPr/>
          <p:nvPr/>
        </p:nvGrpSpPr>
        <p:grpSpPr>
          <a:xfrm>
            <a:off x="684865" y="3353919"/>
            <a:ext cx="6743701" cy="432001"/>
            <a:chOff x="0" y="0"/>
            <a:chExt cx="6743700" cy="431999"/>
          </a:xfrm>
        </p:grpSpPr>
        <p:sp>
          <p:nvSpPr>
            <p:cNvPr id="162" name="Rectangle"/>
            <p:cNvSpPr/>
            <p:nvPr/>
          </p:nvSpPr>
          <p:spPr>
            <a:xfrm>
              <a:off x="934" y="0"/>
              <a:ext cx="6741832" cy="432000"/>
            </a:xfrm>
            <a:prstGeom prst="rect">
              <a:avLst/>
            </a:prstGeom>
            <a:solidFill>
              <a:srgbClr val="FFFFFF"/>
            </a:solidFill>
            <a:ln w="12700" cap="flat">
              <a:noFill/>
              <a:miter lim="400000"/>
            </a:ln>
            <a:effectLst/>
          </p:spPr>
          <p:txBody>
            <a:bodyPr wrap="square" lIns="45719" tIns="45719" rIns="45719" bIns="45719" numCol="1" anchor="ctr">
              <a:noAutofit/>
            </a:bodyPr>
            <a:lstStyle/>
            <a:p>
              <a:pPr>
                <a:defRPr sz="2400">
                  <a:solidFill>
                    <a:srgbClr val="0A2651"/>
                  </a:solidFill>
                  <a:latin typeface="Segoe UI"/>
                  <a:ea typeface="Segoe UI"/>
                  <a:cs typeface="Segoe UI"/>
                  <a:sym typeface="Segoe UI"/>
                </a:defRPr>
              </a:pPr>
            </a:p>
          </p:txBody>
        </p:sp>
        <p:sp>
          <p:nvSpPr>
            <p:cNvPr id="163" name="Performance — It reacts quickly to steering changes."/>
            <p:cNvSpPr/>
            <p:nvPr/>
          </p:nvSpPr>
          <p:spPr>
            <a:xfrm>
              <a:off x="0" y="215999"/>
              <a:ext cx="6743700"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defTabSz="457200">
                <a:spcBef>
                  <a:spcPts val="1200"/>
                </a:spcBef>
                <a:defRPr sz="1500">
                  <a:latin typeface="Times New Roman"/>
                  <a:ea typeface="Times New Roman"/>
                  <a:cs typeface="Times New Roman"/>
                  <a:sym typeface="Times New Roman"/>
                </a:defRPr>
              </a:pPr>
              <a:r>
                <a:rPr b="1"/>
                <a:t>Performance</a:t>
              </a:r>
              <a:r>
                <a:t> — It reacts quickly to steering changes.</a:t>
              </a:r>
            </a:p>
          </p:txBody>
        </p:sp>
      </p:grpSp>
      <p:sp>
        <p:nvSpPr>
          <p:cNvPr id="165" name="Titel 1"/>
          <p:cNvSpPr txBox="1"/>
          <p:nvPr>
            <p:ph type="title"/>
          </p:nvPr>
        </p:nvSpPr>
        <p:spPr>
          <a:xfrm>
            <a:off x="678515" y="1973237"/>
            <a:ext cx="6756401" cy="731085"/>
          </a:xfrm>
          <a:prstGeom prst="rect">
            <a:avLst/>
          </a:prstGeom>
          <a:solidFill>
            <a:srgbClr val="0A2651"/>
          </a:solidFill>
        </p:spPr>
        <p:txBody>
          <a:bodyPr anchor="ctr"/>
          <a:lstStyle>
            <a:lvl1pPr algn="ctr">
              <a:defRPr sz="2600">
                <a:solidFill>
                  <a:srgbClr val="FFFFFF"/>
                </a:solidFill>
                <a:latin typeface="Times New Roman"/>
                <a:ea typeface="Times New Roman"/>
                <a:cs typeface="Times New Roman"/>
                <a:sym typeface="Times New Roman"/>
              </a:defRPr>
            </a:lvl1pPr>
          </a:lstStyle>
          <a:p>
            <a:pPr/>
            <a:r>
              <a:t>Evaluation Criteria</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9" name="Grafik 31" descr="Grafik 31"/>
          <p:cNvPicPr>
            <a:picLocks noChangeAspect="0"/>
          </p:cNvPicPr>
          <p:nvPr/>
        </p:nvPicPr>
        <p:blipFill>
          <a:blip r:embed="rId2">
            <a:extLst/>
          </a:blip>
          <a:srcRect l="33542" t="28791" r="28791" b="32874"/>
          <a:stretch>
            <a:fillRect/>
          </a:stretch>
        </p:blipFill>
        <p:spPr>
          <a:xfrm flipH="1">
            <a:off x="602989" y="1470788"/>
            <a:ext cx="10599760" cy="3816705"/>
          </a:xfrm>
          <a:prstGeom prst="rect">
            <a:avLst/>
          </a:prstGeom>
          <a:ln w="12700">
            <a:miter lim="400000"/>
          </a:ln>
        </p:spPr>
      </p:pic>
      <p:sp>
        <p:nvSpPr>
          <p:cNvPr id="170" name="Foliennummernplatzhalter 5"/>
          <p:cNvSpPr txBox="1"/>
          <p:nvPr>
            <p:ph type="sldNum" sz="quarter" idx="2"/>
          </p:nvPr>
        </p:nvSpPr>
        <p:spPr>
          <a:xfrm>
            <a:off x="11500299" y="6173735"/>
            <a:ext cx="233324" cy="3327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71" name="Table 1"/>
          <p:cNvGraphicFramePr/>
          <p:nvPr/>
        </p:nvGraphicFramePr>
        <p:xfrm>
          <a:off x="1111259" y="1860197"/>
          <a:ext cx="9706677" cy="3050606"/>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5341611"/>
                <a:gridCol w="2362251"/>
                <a:gridCol w="902103"/>
                <a:gridCol w="1088010"/>
              </a:tblGrid>
              <a:tr h="536829">
                <a:tc>
                  <a:txBody>
                    <a:bodyPr/>
                    <a:lstStyle/>
                    <a:p>
                      <a:pPr algn="ctr">
                        <a:defRPr sz="1800"/>
                      </a:pPr>
                      <a:r>
                        <a:rPr b="1" sz="1300">
                          <a:latin typeface="Times New Roman"/>
                          <a:ea typeface="Times New Roman"/>
                          <a:cs typeface="Times New Roman"/>
                          <a:sym typeface="Times New Roman"/>
                        </a:rPr>
                        <a:t>Risks</a:t>
                      </a:r>
                    </a:p>
                  </a:txBody>
                  <a:tcPr marL="12700" marR="12700" marT="12700" marB="12700" anchor="ctr" anchorCtr="0" horzOverflow="overflow">
                    <a:lnL w="12700">
                      <a:solidFill>
                        <a:srgbClr val="000000"/>
                      </a:solidFill>
                      <a:miter lim="400000"/>
                    </a:lnL>
                    <a:lnT w="12700">
                      <a:solidFill>
                        <a:srgbClr val="000000"/>
                      </a:solidFill>
                      <a:miter lim="400000"/>
                    </a:lnT>
                    <a:noFill/>
                  </a:tcPr>
                </a:tc>
                <a:tc>
                  <a:txBody>
                    <a:bodyPr/>
                    <a:lstStyle/>
                    <a:p>
                      <a:pPr algn="ctr">
                        <a:defRPr sz="1800"/>
                      </a:pPr>
                      <a:r>
                        <a:rPr b="1" sz="1300">
                          <a:latin typeface="Times New Roman"/>
                          <a:ea typeface="Times New Roman"/>
                          <a:cs typeface="Times New Roman"/>
                          <a:sym typeface="Times New Roman"/>
                        </a:rPr>
                        <a:t>Chance of Happening</a:t>
                      </a:r>
                    </a:p>
                  </a:txBody>
                  <a:tcPr marL="12700" marR="12700" marT="12700" marB="12700" anchor="ctr" anchorCtr="0" horzOverflow="overflow">
                    <a:lnT w="12700">
                      <a:solidFill>
                        <a:srgbClr val="000000"/>
                      </a:solidFill>
                      <a:miter lim="400000"/>
                    </a:lnT>
                    <a:noFill/>
                  </a:tcPr>
                </a:tc>
                <a:tc>
                  <a:txBody>
                    <a:bodyPr/>
                    <a:lstStyle/>
                    <a:p>
                      <a:pPr algn="ctr">
                        <a:defRPr sz="1800"/>
                      </a:pPr>
                      <a:r>
                        <a:rPr b="1" sz="1300">
                          <a:latin typeface="Times New Roman"/>
                          <a:ea typeface="Times New Roman"/>
                          <a:cs typeface="Times New Roman"/>
                          <a:sym typeface="Times New Roman"/>
                        </a:rPr>
                        <a:t>Impact</a:t>
                      </a:r>
                    </a:p>
                  </a:txBody>
                  <a:tcPr marL="12700" marR="12700" marT="12700" marB="12700" anchor="ctr" anchorCtr="0" horzOverflow="overflow">
                    <a:lnT w="12700">
                      <a:solidFill>
                        <a:srgbClr val="000000"/>
                      </a:solidFill>
                      <a:miter lim="400000"/>
                    </a:lnT>
                    <a:noFill/>
                  </a:tcPr>
                </a:tc>
                <a:tc>
                  <a:txBody>
                    <a:bodyPr/>
                    <a:lstStyle/>
                    <a:p>
                      <a:pPr algn="ctr">
                        <a:defRPr sz="1800"/>
                      </a:pPr>
                      <a:r>
                        <a:rPr b="1" sz="1300">
                          <a:latin typeface="Times New Roman"/>
                          <a:ea typeface="Times New Roman"/>
                          <a:cs typeface="Times New Roman"/>
                          <a:sym typeface="Times New Roman"/>
                        </a:rPr>
                        <a:t>Priority</a:t>
                      </a:r>
                    </a:p>
                  </a:txBody>
                  <a:tcPr marL="12700" marR="12700" marT="12700" marB="12700" anchor="ctr" anchorCtr="0" horzOverflow="overflow">
                    <a:lnR w="12700">
                      <a:solidFill>
                        <a:srgbClr val="000000"/>
                      </a:solidFill>
                      <a:miter lim="400000"/>
                    </a:lnR>
                    <a:lnT w="12700">
                      <a:solidFill>
                        <a:srgbClr val="000000"/>
                      </a:solidFill>
                      <a:miter lim="400000"/>
                    </a:lnT>
                    <a:noFill/>
                  </a:tcPr>
                </a:tc>
              </a:tr>
              <a:tr h="353758">
                <a:tc>
                  <a:txBody>
                    <a:bodyPr/>
                    <a:lstStyle/>
                    <a:p>
                      <a:pPr algn="ctr">
                        <a:defRPr sz="1800"/>
                      </a:pPr>
                      <a:r>
                        <a:rPr sz="1300">
                          <a:latin typeface="Times New Roman"/>
                          <a:ea typeface="Times New Roman"/>
                          <a:cs typeface="Times New Roman"/>
                          <a:sym typeface="Times New Roman"/>
                        </a:rPr>
                        <a:t>Lighting changes affecting camera</a:t>
                      </a:r>
                    </a:p>
                  </a:txBody>
                  <a:tcPr marL="12700" marR="12700" marT="12700" marB="12700" anchor="ctr" anchorCtr="0" horzOverflow="overflow">
                    <a:lnL w="12700">
                      <a:solidFill>
                        <a:srgbClr val="000000"/>
                      </a:solidFill>
                      <a:miter lim="400000"/>
                    </a:lnL>
                    <a:noFill/>
                  </a:tcPr>
                </a:tc>
                <a:tc>
                  <a:txBody>
                    <a:bodyPr/>
                    <a:lstStyle/>
                    <a:p>
                      <a:pPr algn="ctr">
                        <a:defRPr sz="1800"/>
                      </a:pPr>
                      <a:r>
                        <a:rPr sz="1300">
                          <a:latin typeface="Times New Roman"/>
                          <a:ea typeface="Times New Roman"/>
                          <a:cs typeface="Times New Roman"/>
                          <a:sym typeface="Times New Roman"/>
                        </a:rPr>
                        <a:t>Medium</a:t>
                      </a:r>
                    </a:p>
                  </a:txBody>
                  <a:tcPr marL="12700" marR="12700" marT="12700" marB="12700" anchor="ctr" anchorCtr="0" horzOverflow="overflow">
                    <a:noFill/>
                  </a:tcPr>
                </a:tc>
                <a:tc>
                  <a:txBody>
                    <a:bodyPr/>
                    <a:lstStyle/>
                    <a:p>
                      <a:pPr algn="ctr">
                        <a:defRPr sz="1800"/>
                      </a:pPr>
                      <a:r>
                        <a:rPr sz="1300">
                          <a:latin typeface="Times New Roman"/>
                          <a:ea typeface="Times New Roman"/>
                          <a:cs typeface="Times New Roman"/>
                          <a:sym typeface="Times New Roman"/>
                        </a:rPr>
                        <a:t>High</a:t>
                      </a:r>
                    </a:p>
                  </a:txBody>
                  <a:tcPr marL="12700" marR="12700" marT="12700" marB="12700" anchor="ctr" anchorCtr="0" horzOverflow="overflow">
                    <a:noFill/>
                  </a:tcPr>
                </a:tc>
                <a:tc>
                  <a:txBody>
                    <a:bodyPr/>
                    <a:lstStyle/>
                    <a:p>
                      <a:pPr algn="ctr">
                        <a:defRPr sz="1800"/>
                      </a:pPr>
                      <a:r>
                        <a:rPr sz="1300">
                          <a:latin typeface="Times New Roman"/>
                          <a:ea typeface="Times New Roman"/>
                          <a:cs typeface="Times New Roman"/>
                          <a:sym typeface="Times New Roman"/>
                        </a:rPr>
                        <a:t>High</a:t>
                      </a:r>
                    </a:p>
                  </a:txBody>
                  <a:tcPr marL="12700" marR="12700" marT="12700" marB="12700" anchor="ctr" anchorCtr="0" horzOverflow="overflow">
                    <a:lnR w="12700">
                      <a:solidFill>
                        <a:srgbClr val="000000"/>
                      </a:solidFill>
                      <a:miter lim="400000"/>
                    </a:lnR>
                    <a:noFill/>
                  </a:tcPr>
                </a:tc>
              </a:tr>
              <a:tr h="536829">
                <a:tc>
                  <a:txBody>
                    <a:bodyPr/>
                    <a:lstStyle/>
                    <a:p>
                      <a:pPr algn="ctr">
                        <a:defRPr sz="1800"/>
                      </a:pPr>
                      <a:r>
                        <a:rPr sz="1300">
                          <a:latin typeface="Times New Roman"/>
                          <a:ea typeface="Times New Roman"/>
                          <a:cs typeface="Times New Roman"/>
                          <a:sym typeface="Times New Roman"/>
                        </a:rPr>
                        <a:t>PID steering becoming unstable</a:t>
                      </a:r>
                    </a:p>
                  </a:txBody>
                  <a:tcPr marL="12700" marR="12700" marT="12700" marB="12700" anchor="ctr" anchorCtr="0" horzOverflow="overflow">
                    <a:lnL w="12700">
                      <a:solidFill>
                        <a:srgbClr val="000000"/>
                      </a:solidFill>
                      <a:miter lim="400000"/>
                    </a:lnL>
                    <a:noFill/>
                  </a:tcPr>
                </a:tc>
                <a:tc>
                  <a:txBody>
                    <a:bodyPr/>
                    <a:lstStyle/>
                    <a:p>
                      <a:pPr algn="ctr">
                        <a:defRPr sz="1800"/>
                      </a:pPr>
                      <a:r>
                        <a:rPr sz="1300">
                          <a:latin typeface="Times New Roman"/>
                          <a:ea typeface="Times New Roman"/>
                          <a:cs typeface="Times New Roman"/>
                          <a:sym typeface="Times New Roman"/>
                        </a:rPr>
                        <a:t>High</a:t>
                      </a:r>
                    </a:p>
                  </a:txBody>
                  <a:tcPr marL="12700" marR="12700" marT="12700" marB="12700" anchor="ctr" anchorCtr="0" horzOverflow="overflow">
                    <a:noFill/>
                  </a:tcPr>
                </a:tc>
                <a:tc>
                  <a:txBody>
                    <a:bodyPr/>
                    <a:lstStyle/>
                    <a:p>
                      <a:pPr algn="ctr">
                        <a:defRPr sz="1800"/>
                      </a:pPr>
                      <a:r>
                        <a:rPr sz="1300">
                          <a:latin typeface="Times New Roman"/>
                          <a:ea typeface="Times New Roman"/>
                          <a:cs typeface="Times New Roman"/>
                          <a:sym typeface="Times New Roman"/>
                        </a:rPr>
                        <a:t>High</a:t>
                      </a:r>
                    </a:p>
                  </a:txBody>
                  <a:tcPr marL="12700" marR="12700" marT="12700" marB="12700" anchor="ctr" anchorCtr="0" horzOverflow="overflow">
                    <a:noFill/>
                  </a:tcPr>
                </a:tc>
                <a:tc>
                  <a:txBody>
                    <a:bodyPr/>
                    <a:lstStyle/>
                    <a:p>
                      <a:pPr algn="ctr">
                        <a:defRPr sz="1800"/>
                      </a:pPr>
                      <a:r>
                        <a:rPr sz="1300">
                          <a:latin typeface="Times New Roman"/>
                          <a:ea typeface="Times New Roman"/>
                          <a:cs typeface="Times New Roman"/>
                          <a:sym typeface="Times New Roman"/>
                        </a:rPr>
                        <a:t>Very High</a:t>
                      </a:r>
                    </a:p>
                  </a:txBody>
                  <a:tcPr marL="12700" marR="12700" marT="12700" marB="12700" anchor="ctr" anchorCtr="0" horzOverflow="overflow">
                    <a:lnR w="12700">
                      <a:solidFill>
                        <a:srgbClr val="000000"/>
                      </a:solidFill>
                      <a:miter lim="400000"/>
                    </a:lnR>
                    <a:noFill/>
                  </a:tcPr>
                </a:tc>
              </a:tr>
              <a:tr h="536829">
                <a:tc>
                  <a:txBody>
                    <a:bodyPr/>
                    <a:lstStyle/>
                    <a:p>
                      <a:pPr algn="ctr">
                        <a:defRPr sz="1800"/>
                      </a:pPr>
                      <a:r>
                        <a:rPr sz="1300">
                          <a:latin typeface="Times New Roman"/>
                          <a:ea typeface="Times New Roman"/>
                          <a:cs typeface="Times New Roman"/>
                          <a:sym typeface="Times New Roman"/>
                        </a:rPr>
                        <a:t>Extra lines appearing in ROI and confusing detection</a:t>
                      </a:r>
                    </a:p>
                  </a:txBody>
                  <a:tcPr marL="12700" marR="12700" marT="12700" marB="12700" anchor="ctr" anchorCtr="0" horzOverflow="overflow">
                    <a:lnL w="12700">
                      <a:solidFill>
                        <a:srgbClr val="000000"/>
                      </a:solidFill>
                      <a:miter lim="400000"/>
                    </a:lnL>
                    <a:noFill/>
                  </a:tcPr>
                </a:tc>
                <a:tc>
                  <a:txBody>
                    <a:bodyPr/>
                    <a:lstStyle/>
                    <a:p>
                      <a:pPr algn="ctr">
                        <a:defRPr sz="1800"/>
                      </a:pPr>
                      <a:r>
                        <a:rPr sz="1300">
                          <a:latin typeface="Times New Roman"/>
                          <a:ea typeface="Times New Roman"/>
                          <a:cs typeface="Times New Roman"/>
                          <a:sym typeface="Times New Roman"/>
                        </a:rPr>
                        <a:t>High</a:t>
                      </a:r>
                    </a:p>
                  </a:txBody>
                  <a:tcPr marL="12700" marR="12700" marT="12700" marB="12700" anchor="ctr" anchorCtr="0" horzOverflow="overflow">
                    <a:noFill/>
                  </a:tcPr>
                </a:tc>
                <a:tc>
                  <a:txBody>
                    <a:bodyPr/>
                    <a:lstStyle/>
                    <a:p>
                      <a:pPr algn="ctr">
                        <a:defRPr sz="1800"/>
                      </a:pPr>
                      <a:r>
                        <a:rPr sz="1300">
                          <a:latin typeface="Times New Roman"/>
                          <a:ea typeface="Times New Roman"/>
                          <a:cs typeface="Times New Roman"/>
                          <a:sym typeface="Times New Roman"/>
                        </a:rPr>
                        <a:t>Medium</a:t>
                      </a:r>
                    </a:p>
                  </a:txBody>
                  <a:tcPr marL="12700" marR="12700" marT="12700" marB="12700" anchor="ctr" anchorCtr="0" horzOverflow="overflow">
                    <a:noFill/>
                  </a:tcPr>
                </a:tc>
                <a:tc>
                  <a:txBody>
                    <a:bodyPr/>
                    <a:lstStyle/>
                    <a:p>
                      <a:pPr algn="ctr">
                        <a:defRPr sz="1800"/>
                      </a:pPr>
                      <a:r>
                        <a:rPr sz="1300">
                          <a:latin typeface="Times New Roman"/>
                          <a:ea typeface="Times New Roman"/>
                          <a:cs typeface="Times New Roman"/>
                          <a:sym typeface="Times New Roman"/>
                        </a:rPr>
                        <a:t>High</a:t>
                      </a:r>
                    </a:p>
                  </a:txBody>
                  <a:tcPr marL="12700" marR="12700" marT="12700" marB="12700" anchor="ctr" anchorCtr="0" horzOverflow="overflow">
                    <a:lnR w="12700">
                      <a:solidFill>
                        <a:srgbClr val="000000"/>
                      </a:solidFill>
                      <a:miter lim="400000"/>
                    </a:lnR>
                    <a:noFill/>
                  </a:tcPr>
                </a:tc>
              </a:tr>
              <a:tr h="536829">
                <a:tc>
                  <a:txBody>
                    <a:bodyPr/>
                    <a:lstStyle/>
                    <a:p>
                      <a:pPr algn="ctr">
                        <a:defRPr sz="1800"/>
                      </a:pPr>
                      <a:r>
                        <a:rPr sz="1300">
                          <a:latin typeface="Times New Roman"/>
                          <a:ea typeface="Times New Roman"/>
                          <a:cs typeface="Times New Roman"/>
                          <a:sym typeface="Times New Roman"/>
                        </a:rPr>
                        <a:t>Red-object false detection</a:t>
                      </a:r>
                    </a:p>
                  </a:txBody>
                  <a:tcPr marL="12700" marR="12700" marT="12700" marB="12700" anchor="ctr" anchorCtr="0" horzOverflow="overflow">
                    <a:lnL w="12700">
                      <a:solidFill>
                        <a:srgbClr val="000000"/>
                      </a:solidFill>
                      <a:miter lim="400000"/>
                    </a:lnL>
                    <a:noFill/>
                  </a:tcPr>
                </a:tc>
                <a:tc>
                  <a:txBody>
                    <a:bodyPr/>
                    <a:lstStyle/>
                    <a:p>
                      <a:pPr algn="ctr">
                        <a:defRPr sz="1800"/>
                      </a:pPr>
                      <a:r>
                        <a:rPr sz="1300">
                          <a:latin typeface="Times New Roman"/>
                          <a:ea typeface="Times New Roman"/>
                          <a:cs typeface="Times New Roman"/>
                          <a:sym typeface="Times New Roman"/>
                        </a:rPr>
                        <a:t>Medium</a:t>
                      </a:r>
                    </a:p>
                  </a:txBody>
                  <a:tcPr marL="12700" marR="12700" marT="12700" marB="12700" anchor="ctr" anchorCtr="0" horzOverflow="overflow">
                    <a:noFill/>
                  </a:tcPr>
                </a:tc>
                <a:tc>
                  <a:txBody>
                    <a:bodyPr/>
                    <a:lstStyle/>
                    <a:p>
                      <a:pPr algn="ctr">
                        <a:defRPr sz="1800"/>
                      </a:pPr>
                      <a:r>
                        <a:rPr sz="1300">
                          <a:latin typeface="Times New Roman"/>
                          <a:ea typeface="Times New Roman"/>
                          <a:cs typeface="Times New Roman"/>
                          <a:sym typeface="Times New Roman"/>
                        </a:rPr>
                        <a:t>Medium</a:t>
                      </a:r>
                    </a:p>
                  </a:txBody>
                  <a:tcPr marL="12700" marR="12700" marT="12700" marB="12700" anchor="ctr" anchorCtr="0" horzOverflow="overflow">
                    <a:noFill/>
                  </a:tcPr>
                </a:tc>
                <a:tc>
                  <a:txBody>
                    <a:bodyPr/>
                    <a:lstStyle/>
                    <a:p>
                      <a:pPr algn="ctr">
                        <a:defRPr sz="1800"/>
                      </a:pPr>
                      <a:r>
                        <a:rPr sz="1300">
                          <a:latin typeface="Times New Roman"/>
                          <a:ea typeface="Times New Roman"/>
                          <a:cs typeface="Times New Roman"/>
                          <a:sym typeface="Times New Roman"/>
                        </a:rPr>
                        <a:t>Medium</a:t>
                      </a:r>
                    </a:p>
                  </a:txBody>
                  <a:tcPr marL="12700" marR="12700" marT="12700" marB="12700" anchor="ctr" anchorCtr="0" horzOverflow="overflow">
                    <a:lnR w="12700">
                      <a:solidFill>
                        <a:srgbClr val="000000"/>
                      </a:solidFill>
                      <a:miter lim="400000"/>
                    </a:lnR>
                    <a:noFill/>
                  </a:tcPr>
                </a:tc>
              </a:tr>
              <a:tr h="536829">
                <a:tc>
                  <a:txBody>
                    <a:bodyPr/>
                    <a:lstStyle/>
                    <a:p>
                      <a:pPr algn="ctr">
                        <a:defRPr sz="1800"/>
                      </a:pPr>
                      <a:r>
                        <a:rPr sz="1300">
                          <a:latin typeface="Times New Roman"/>
                          <a:ea typeface="Times New Roman"/>
                          <a:cs typeface="Times New Roman"/>
                          <a:sym typeface="Times New Roman"/>
                        </a:rPr>
                        <a:t>Motor spikes or sudden jerks</a:t>
                      </a:r>
                    </a:p>
                  </a:txBody>
                  <a:tcPr marL="12700" marR="12700" marT="12700" marB="12700" anchor="ctr" anchorCtr="0" horzOverflow="overflow">
                    <a:lnL w="12700">
                      <a:solidFill>
                        <a:srgbClr val="000000"/>
                      </a:solidFill>
                      <a:miter lim="400000"/>
                    </a:lnL>
                    <a:lnB w="12700">
                      <a:solidFill>
                        <a:srgbClr val="000000"/>
                      </a:solidFill>
                      <a:miter lim="400000"/>
                    </a:lnB>
                    <a:noFill/>
                  </a:tcPr>
                </a:tc>
                <a:tc>
                  <a:txBody>
                    <a:bodyPr/>
                    <a:lstStyle/>
                    <a:p>
                      <a:pPr algn="ctr">
                        <a:defRPr sz="1800"/>
                      </a:pPr>
                      <a:r>
                        <a:rPr sz="1300">
                          <a:latin typeface="Times New Roman"/>
                          <a:ea typeface="Times New Roman"/>
                          <a:cs typeface="Times New Roman"/>
                          <a:sym typeface="Times New Roman"/>
                        </a:rPr>
                        <a:t>Low</a:t>
                      </a:r>
                    </a:p>
                  </a:txBody>
                  <a:tcPr marL="12700" marR="12700" marT="12700" marB="12700" anchor="ctr" anchorCtr="0" horzOverflow="overflow">
                    <a:lnB w="12700">
                      <a:solidFill>
                        <a:srgbClr val="000000"/>
                      </a:solidFill>
                      <a:miter lim="400000"/>
                    </a:lnB>
                    <a:noFill/>
                  </a:tcPr>
                </a:tc>
                <a:tc>
                  <a:txBody>
                    <a:bodyPr/>
                    <a:lstStyle/>
                    <a:p>
                      <a:pPr algn="ctr">
                        <a:defRPr sz="1800"/>
                      </a:pPr>
                      <a:r>
                        <a:rPr sz="1300">
                          <a:latin typeface="Times New Roman"/>
                          <a:ea typeface="Times New Roman"/>
                          <a:cs typeface="Times New Roman"/>
                          <a:sym typeface="Times New Roman"/>
                        </a:rPr>
                        <a:t>Medium</a:t>
                      </a:r>
                    </a:p>
                  </a:txBody>
                  <a:tcPr marL="12700" marR="12700" marT="12700" marB="12700" anchor="ctr" anchorCtr="0" horzOverflow="overflow">
                    <a:lnB w="12700">
                      <a:solidFill>
                        <a:srgbClr val="000000"/>
                      </a:solidFill>
                      <a:miter lim="400000"/>
                    </a:lnB>
                    <a:noFill/>
                  </a:tcPr>
                </a:tc>
                <a:tc>
                  <a:txBody>
                    <a:bodyPr/>
                    <a:lstStyle/>
                    <a:p>
                      <a:pPr algn="ctr">
                        <a:defRPr sz="1800"/>
                      </a:pPr>
                      <a:r>
                        <a:rPr sz="1300">
                          <a:latin typeface="Times New Roman"/>
                          <a:ea typeface="Times New Roman"/>
                          <a:cs typeface="Times New Roman"/>
                          <a:sym typeface="Times New Roman"/>
                        </a:rPr>
                        <a:t>Low</a:t>
                      </a:r>
                    </a:p>
                  </a:txBody>
                  <a:tcPr marL="12700" marR="12700" marT="12700" marB="12700" anchor="ctr" anchorCtr="0" horzOverflow="overflow">
                    <a:lnR w="12700">
                      <a:solidFill>
                        <a:srgbClr val="000000"/>
                      </a:solidFill>
                      <a:miter lim="400000"/>
                    </a:lnR>
                    <a:lnB w="12700">
                      <a:solidFill>
                        <a:srgbClr val="000000"/>
                      </a:solidFill>
                      <a:miter lim="400000"/>
                    </a:lnB>
                    <a:noFill/>
                  </a:tcPr>
                </a:tc>
              </a:tr>
            </a:tbl>
          </a:graphicData>
        </a:graphic>
      </p:graphicFrame>
      <p:grpSp>
        <p:nvGrpSpPr>
          <p:cNvPr id="174" name="Textplatzhalter 1"/>
          <p:cNvGrpSpPr/>
          <p:nvPr/>
        </p:nvGrpSpPr>
        <p:grpSpPr>
          <a:xfrm>
            <a:off x="653131" y="557587"/>
            <a:ext cx="5630414" cy="651573"/>
            <a:chOff x="-321166" y="-841677"/>
            <a:chExt cx="5630413" cy="651572"/>
          </a:xfrm>
        </p:grpSpPr>
        <p:sp>
          <p:nvSpPr>
            <p:cNvPr id="172" name="Rectangle"/>
            <p:cNvSpPr/>
            <p:nvPr/>
          </p:nvSpPr>
          <p:spPr>
            <a:xfrm>
              <a:off x="-321167" y="-841678"/>
              <a:ext cx="5630414" cy="651573"/>
            </a:xfrm>
            <a:prstGeom prst="rect">
              <a:avLst/>
            </a:prstGeom>
            <a:solidFill>
              <a:srgbClr val="0A2651"/>
            </a:solidFill>
            <a:ln w="12700" cap="flat">
              <a:noFill/>
              <a:miter lim="400000"/>
            </a:ln>
            <a:effectLst/>
          </p:spPr>
          <p:txBody>
            <a:bodyPr wrap="square" lIns="45719" tIns="45719" rIns="45719" bIns="45719" numCol="1" anchor="t">
              <a:noAutofit/>
            </a:bodyPr>
            <a:lstStyle/>
            <a:p>
              <a:pPr>
                <a:lnSpc>
                  <a:spcPts val="4800"/>
                </a:lnSpc>
                <a:defRPr sz="4000">
                  <a:solidFill>
                    <a:srgbClr val="0A2651"/>
                  </a:solidFill>
                  <a:latin typeface="Segoe UI"/>
                  <a:ea typeface="Segoe UI"/>
                  <a:cs typeface="Segoe UI"/>
                  <a:sym typeface="Segoe UI"/>
                </a:defRPr>
              </a:pPr>
            </a:p>
          </p:txBody>
        </p:sp>
        <p:sp>
          <p:nvSpPr>
            <p:cNvPr id="173" name="Risk Assessment Table"/>
            <p:cNvSpPr txBox="1"/>
            <p:nvPr/>
          </p:nvSpPr>
          <p:spPr>
            <a:xfrm>
              <a:off x="-321167" y="-841678"/>
              <a:ext cx="5542453" cy="6075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nSpc>
                  <a:spcPts val="4800"/>
                </a:lnSpc>
                <a:defRPr sz="4000">
                  <a:solidFill>
                    <a:srgbClr val="FFFFFF"/>
                  </a:solidFill>
                  <a:latin typeface="Times New Roman"/>
                  <a:ea typeface="Times New Roman"/>
                  <a:cs typeface="Times New Roman"/>
                  <a:sym typeface="Times New Roman"/>
                </a:defRPr>
              </a:lvl1pPr>
            </a:lstStyle>
            <a:p>
              <a:pPr/>
              <a:r>
                <a:t> Risk Assessment Table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6" name="Grafik 31" descr="Grafik 31"/>
          <p:cNvPicPr>
            <a:picLocks noChangeAspect="1"/>
          </p:cNvPicPr>
          <p:nvPr/>
        </p:nvPicPr>
        <p:blipFill>
          <a:blip r:embed="rId2">
            <a:extLst/>
          </a:blip>
          <a:srcRect l="33542" t="28791" r="28791" b="32874"/>
          <a:stretch>
            <a:fillRect/>
          </a:stretch>
        </p:blipFill>
        <p:spPr>
          <a:xfrm flipH="1">
            <a:off x="-10549" y="1369448"/>
            <a:ext cx="12213265" cy="5511578"/>
          </a:xfrm>
          <a:prstGeom prst="rect">
            <a:avLst/>
          </a:prstGeom>
          <a:ln w="12700">
            <a:miter lim="400000"/>
          </a:ln>
        </p:spPr>
      </p:pic>
      <p:grpSp>
        <p:nvGrpSpPr>
          <p:cNvPr id="179" name="Textplatzhalter 1"/>
          <p:cNvGrpSpPr/>
          <p:nvPr/>
        </p:nvGrpSpPr>
        <p:grpSpPr>
          <a:xfrm>
            <a:off x="687669" y="345867"/>
            <a:ext cx="6503899" cy="752656"/>
            <a:chOff x="-370991" y="-972253"/>
            <a:chExt cx="6503898" cy="752655"/>
          </a:xfrm>
        </p:grpSpPr>
        <p:sp>
          <p:nvSpPr>
            <p:cNvPr id="177" name="Rectangle"/>
            <p:cNvSpPr/>
            <p:nvPr/>
          </p:nvSpPr>
          <p:spPr>
            <a:xfrm>
              <a:off x="-370992" y="-972254"/>
              <a:ext cx="6503899" cy="752657"/>
            </a:xfrm>
            <a:prstGeom prst="rect">
              <a:avLst/>
            </a:prstGeom>
            <a:solidFill>
              <a:srgbClr val="0A2651"/>
            </a:solidFill>
            <a:ln w="12700" cap="flat">
              <a:noFill/>
              <a:miter lim="400000"/>
            </a:ln>
            <a:effectLst/>
          </p:spPr>
          <p:txBody>
            <a:bodyPr wrap="square" lIns="45719" tIns="45719" rIns="45719" bIns="45719" numCol="1" anchor="t">
              <a:noAutofit/>
            </a:bodyPr>
            <a:lstStyle/>
            <a:p>
              <a:pPr>
                <a:lnSpc>
                  <a:spcPts val="4800"/>
                </a:lnSpc>
                <a:defRPr sz="4000">
                  <a:solidFill>
                    <a:srgbClr val="0A2651"/>
                  </a:solidFill>
                  <a:latin typeface="Segoe UI"/>
                  <a:ea typeface="Segoe UI"/>
                  <a:cs typeface="Segoe UI"/>
                  <a:sym typeface="Segoe UI"/>
                </a:defRPr>
              </a:pPr>
            </a:p>
          </p:txBody>
        </p:sp>
        <p:sp>
          <p:nvSpPr>
            <p:cNvPr id="178" name="Quality-Focused Analysis Table"/>
            <p:cNvSpPr txBox="1"/>
            <p:nvPr/>
          </p:nvSpPr>
          <p:spPr>
            <a:xfrm>
              <a:off x="-370992" y="-972254"/>
              <a:ext cx="6402292" cy="7018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nSpc>
                  <a:spcPts val="4800"/>
                </a:lnSpc>
                <a:defRPr sz="3800">
                  <a:solidFill>
                    <a:srgbClr val="FFFFFF"/>
                  </a:solidFill>
                  <a:latin typeface="Times New Roman"/>
                  <a:ea typeface="Times New Roman"/>
                  <a:cs typeface="Times New Roman"/>
                  <a:sym typeface="Times New Roman"/>
                </a:defRPr>
              </a:lvl1pPr>
            </a:lstStyle>
            <a:p>
              <a:pPr/>
              <a:r>
                <a:t>Quality-Focused Analysis Table</a:t>
              </a:r>
            </a:p>
          </p:txBody>
        </p:sp>
      </p:grpSp>
      <p:graphicFrame>
        <p:nvGraphicFramePr>
          <p:cNvPr id="180" name="Table 1-1"/>
          <p:cNvGraphicFramePr/>
          <p:nvPr/>
        </p:nvGraphicFramePr>
        <p:xfrm>
          <a:off x="682109" y="1941553"/>
          <a:ext cx="10746506" cy="3610188"/>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1881452"/>
                <a:gridCol w="1924655"/>
                <a:gridCol w="1040765"/>
                <a:gridCol w="5886931"/>
              </a:tblGrid>
              <a:tr h="741045">
                <a:tc>
                  <a:txBody>
                    <a:bodyPr/>
                    <a:lstStyle/>
                    <a:p>
                      <a:pPr algn="ctr" defTabSz="457200">
                        <a:defRPr sz="1800"/>
                      </a:pPr>
                      <a:r>
                        <a:rPr b="1" sz="1300">
                          <a:latin typeface="Times New Roman"/>
                          <a:ea typeface="Times New Roman"/>
                          <a:cs typeface="Times New Roman"/>
                          <a:sym typeface="Times New Roman"/>
                        </a:rPr>
                        <a:t>Quality Attribute</a:t>
                      </a:r>
                    </a:p>
                  </a:txBody>
                  <a:tcPr marL="12700" marR="12700" marT="12700" marB="12700" anchor="ctr" anchorCtr="0" horzOverflow="overflow">
                    <a:lnL w="12700">
                      <a:solidFill>
                        <a:srgbClr val="000000"/>
                      </a:solidFill>
                      <a:miter lim="400000"/>
                    </a:lnL>
                    <a:lnR w="4445">
                      <a:solidFill>
                        <a:srgbClr val="000000"/>
                      </a:solidFill>
                      <a:miter lim="400000"/>
                    </a:lnR>
                    <a:lnT w="12700">
                      <a:solidFill>
                        <a:srgbClr val="000000"/>
                      </a:solidFill>
                      <a:miter lim="400000"/>
                    </a:lnT>
                    <a:lnB w="4445">
                      <a:solidFill>
                        <a:srgbClr val="000000"/>
                      </a:solidFill>
                      <a:miter lim="400000"/>
                    </a:lnB>
                    <a:noFill/>
                  </a:tcPr>
                </a:tc>
                <a:tc>
                  <a:txBody>
                    <a:bodyPr/>
                    <a:lstStyle/>
                    <a:p>
                      <a:pPr algn="ctr" defTabSz="457200">
                        <a:defRPr sz="1800"/>
                      </a:pPr>
                      <a:r>
                        <a:rPr b="1" sz="1300">
                          <a:latin typeface="Times New Roman"/>
                          <a:ea typeface="Times New Roman"/>
                          <a:cs typeface="Times New Roman"/>
                          <a:sym typeface="Times New Roman"/>
                        </a:rPr>
                        <a:t>Score (After Step 3 &amp; 4)</a:t>
                      </a:r>
                    </a:p>
                  </a:txBody>
                  <a:tcPr marL="12700" marR="12700" marT="12700" marB="12700" anchor="ctr" anchorCtr="0" horzOverflow="overflow">
                    <a:lnL w="4445">
                      <a:solidFill>
                        <a:srgbClr val="000000"/>
                      </a:solidFill>
                      <a:miter lim="400000"/>
                    </a:lnL>
                    <a:lnR w="4445">
                      <a:solidFill>
                        <a:srgbClr val="000000"/>
                      </a:solidFill>
                      <a:miter lim="400000"/>
                    </a:lnR>
                    <a:lnT w="12700">
                      <a:solidFill>
                        <a:srgbClr val="000000"/>
                      </a:solidFill>
                      <a:miter lim="400000"/>
                    </a:lnT>
                    <a:lnB w="4445">
                      <a:solidFill>
                        <a:srgbClr val="000000"/>
                      </a:solidFill>
                      <a:miter lim="400000"/>
                    </a:lnB>
                    <a:noFill/>
                  </a:tcPr>
                </a:tc>
                <a:tc>
                  <a:txBody>
                    <a:bodyPr/>
                    <a:lstStyle/>
                    <a:p>
                      <a:pPr algn="ctr" defTabSz="457200">
                        <a:defRPr sz="1800"/>
                      </a:pPr>
                      <a:r>
                        <a:rPr b="1" sz="1300">
                          <a:latin typeface="Times New Roman"/>
                          <a:ea typeface="Times New Roman"/>
                          <a:cs typeface="Times New Roman"/>
                          <a:sym typeface="Times New Roman"/>
                        </a:rPr>
                        <a:t>Target Score</a:t>
                      </a:r>
                    </a:p>
                  </a:txBody>
                  <a:tcPr marL="12700" marR="12700" marT="12700" marB="12700" anchor="ctr" anchorCtr="0" horzOverflow="overflow">
                    <a:lnL w="4445">
                      <a:solidFill>
                        <a:srgbClr val="000000"/>
                      </a:solidFill>
                      <a:miter lim="400000"/>
                    </a:lnL>
                    <a:lnR w="4445">
                      <a:solidFill>
                        <a:srgbClr val="000000"/>
                      </a:solidFill>
                      <a:miter lim="400000"/>
                    </a:lnR>
                    <a:lnT w="12700">
                      <a:solidFill>
                        <a:srgbClr val="000000"/>
                      </a:solidFill>
                      <a:miter lim="400000"/>
                    </a:lnT>
                    <a:lnB w="4445">
                      <a:solidFill>
                        <a:srgbClr val="000000"/>
                      </a:solidFill>
                      <a:miter lim="400000"/>
                    </a:lnB>
                    <a:noFill/>
                  </a:tcPr>
                </a:tc>
                <a:tc>
                  <a:txBody>
                    <a:bodyPr/>
                    <a:lstStyle/>
                    <a:p>
                      <a:pPr algn="ctr" defTabSz="457200">
                        <a:defRPr sz="1800"/>
                      </a:pPr>
                      <a:r>
                        <a:rPr b="1" sz="1300">
                          <a:latin typeface="Times New Roman"/>
                          <a:ea typeface="Times New Roman"/>
                          <a:cs typeface="Times New Roman"/>
                          <a:sym typeface="Times New Roman"/>
                        </a:rPr>
                        <a:t>Notes for Improvement</a:t>
                      </a:r>
                    </a:p>
                  </a:txBody>
                  <a:tcPr marL="12700" marR="12700" marT="12700" marB="12700" anchor="ctr" anchorCtr="0" horzOverflow="overflow">
                    <a:lnL w="4445">
                      <a:solidFill>
                        <a:srgbClr val="000000"/>
                      </a:solidFill>
                      <a:miter lim="400000"/>
                    </a:lnL>
                    <a:lnR w="12700">
                      <a:solidFill>
                        <a:srgbClr val="000000"/>
                      </a:solidFill>
                      <a:miter lim="400000"/>
                    </a:lnR>
                    <a:lnT w="12700">
                      <a:solidFill>
                        <a:srgbClr val="000000"/>
                      </a:solidFill>
                      <a:miter lim="400000"/>
                    </a:lnT>
                    <a:lnB w="4445">
                      <a:solidFill>
                        <a:srgbClr val="000000"/>
                      </a:solidFill>
                      <a:miter lim="400000"/>
                    </a:lnB>
                    <a:noFill/>
                  </a:tcPr>
                </a:tc>
              </a:tr>
              <a:tr h="571288">
                <a:tc>
                  <a:txBody>
                    <a:bodyPr/>
                    <a:lstStyle/>
                    <a:p>
                      <a:pPr algn="ctr" defTabSz="457200">
                        <a:defRPr sz="1800"/>
                      </a:pPr>
                      <a:r>
                        <a:rPr b="1" sz="1300">
                          <a:latin typeface="Times New Roman"/>
                          <a:ea typeface="Times New Roman"/>
                          <a:cs typeface="Times New Roman"/>
                          <a:sym typeface="Times New Roman"/>
                        </a:rPr>
                        <a:t>Reliability</a:t>
                      </a:r>
                    </a:p>
                  </a:txBody>
                  <a:tcPr marL="12700" marR="12700" marT="12700" marB="12700" anchor="ctr" anchorCtr="0" horzOverflow="overflow">
                    <a:lnL w="12700">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solidFill>
                      <a:srgbClr val="FFFFFF"/>
                    </a:solidFill>
                  </a:tcPr>
                </a:tc>
                <a:tc>
                  <a:txBody>
                    <a:bodyPr/>
                    <a:lstStyle/>
                    <a:p>
                      <a:pPr algn="ctr" defTabSz="457200">
                        <a:defRPr sz="1800"/>
                      </a:pPr>
                      <a:r>
                        <a:rPr sz="1300">
                          <a:latin typeface="Times New Roman"/>
                          <a:ea typeface="Times New Roman"/>
                          <a:cs typeface="Times New Roman"/>
                          <a:sym typeface="Times New Roman"/>
                        </a:rPr>
                        <a:t>7/10</a:t>
                      </a:r>
                    </a:p>
                  </a:txBody>
                  <a:tcPr marL="12700" marR="12700" marT="12700" marB="12700" anchor="ctr"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solidFill>
                      <a:srgbClr val="FFFFFF"/>
                    </a:solidFill>
                  </a:tcPr>
                </a:tc>
                <a:tc>
                  <a:txBody>
                    <a:bodyPr/>
                    <a:lstStyle/>
                    <a:p>
                      <a:pPr algn="ctr" defTabSz="457200">
                        <a:defRPr sz="1800"/>
                      </a:pPr>
                      <a:r>
                        <a:rPr sz="1300">
                          <a:latin typeface="Times New Roman"/>
                          <a:ea typeface="Times New Roman"/>
                          <a:cs typeface="Times New Roman"/>
                          <a:sym typeface="Times New Roman"/>
                        </a:rPr>
                        <a:t>10/10</a:t>
                      </a:r>
                    </a:p>
                  </a:txBody>
                  <a:tcPr marL="12700" marR="12700" marT="12700" marB="12700" anchor="ctr"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solidFill>
                      <a:srgbClr val="FFFFFF"/>
                    </a:solidFill>
                  </a:tcPr>
                </a:tc>
                <a:tc>
                  <a:txBody>
                    <a:bodyPr/>
                    <a:lstStyle/>
                    <a:p>
                      <a:pPr algn="ctr" defTabSz="457200">
                        <a:defRPr sz="1800"/>
                      </a:pPr>
                      <a:r>
                        <a:rPr sz="1300">
                          <a:latin typeface="Times New Roman"/>
                          <a:ea typeface="Times New Roman"/>
                          <a:cs typeface="Times New Roman"/>
                          <a:sym typeface="Times New Roman"/>
                        </a:rPr>
                        <a:t>Plan stronger camera setup and better line-detection logic.</a:t>
                      </a:r>
                    </a:p>
                  </a:txBody>
                  <a:tcPr marL="12700" marR="12700" marT="12700" marB="12700" anchor="ctr" anchorCtr="0" horzOverflow="overflow">
                    <a:lnL w="4445">
                      <a:solidFill>
                        <a:srgbClr val="000000"/>
                      </a:solidFill>
                      <a:miter lim="400000"/>
                    </a:lnL>
                    <a:lnR w="12700">
                      <a:solidFill>
                        <a:srgbClr val="000000"/>
                      </a:solidFill>
                      <a:miter lim="400000"/>
                    </a:lnR>
                    <a:lnT w="4445">
                      <a:solidFill>
                        <a:srgbClr val="000000"/>
                      </a:solidFill>
                      <a:miter lim="400000"/>
                    </a:lnT>
                    <a:lnB w="4445">
                      <a:solidFill>
                        <a:srgbClr val="000000"/>
                      </a:solidFill>
                      <a:miter lim="400000"/>
                    </a:lnB>
                    <a:solidFill>
                      <a:srgbClr val="FFFFFF"/>
                    </a:solidFill>
                  </a:tcPr>
                </a:tc>
              </a:tr>
              <a:tr h="571288">
                <a:tc>
                  <a:txBody>
                    <a:bodyPr/>
                    <a:lstStyle/>
                    <a:p>
                      <a:pPr algn="ctr" defTabSz="457200">
                        <a:defRPr sz="1800"/>
                      </a:pPr>
                      <a:r>
                        <a:rPr b="1" sz="1300">
                          <a:latin typeface="Times New Roman"/>
                          <a:ea typeface="Times New Roman"/>
                          <a:cs typeface="Times New Roman"/>
                          <a:sym typeface="Times New Roman"/>
                        </a:rPr>
                        <a:t>Performance</a:t>
                      </a:r>
                    </a:p>
                  </a:txBody>
                  <a:tcPr marL="12700" marR="12700" marT="12700" marB="12700" anchor="ctr" anchorCtr="0" horzOverflow="overflow">
                    <a:lnL w="12700">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ctr" defTabSz="457200">
                        <a:defRPr sz="1800"/>
                      </a:pPr>
                      <a:r>
                        <a:rPr sz="1300">
                          <a:latin typeface="Times New Roman"/>
                          <a:ea typeface="Times New Roman"/>
                          <a:cs typeface="Times New Roman"/>
                          <a:sym typeface="Times New Roman"/>
                        </a:rPr>
                        <a:t>7/10</a:t>
                      </a:r>
                    </a:p>
                  </a:txBody>
                  <a:tcPr marL="12700" marR="12700" marT="12700" marB="12700" anchor="ctr"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ctr" defTabSz="457200">
                        <a:defRPr sz="1800"/>
                      </a:pPr>
                      <a:r>
                        <a:rPr sz="1300">
                          <a:latin typeface="Times New Roman"/>
                          <a:ea typeface="Times New Roman"/>
                          <a:cs typeface="Times New Roman"/>
                          <a:sym typeface="Times New Roman"/>
                        </a:rPr>
                        <a:t>10/10</a:t>
                      </a:r>
                    </a:p>
                  </a:txBody>
                  <a:tcPr marL="12700" marR="12700" marT="12700" marB="12700" anchor="ctr"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ctr" defTabSz="457200">
                        <a:defRPr sz="1800"/>
                      </a:pPr>
                      <a:r>
                        <a:rPr sz="1300">
                          <a:latin typeface="Times New Roman"/>
                          <a:ea typeface="Times New Roman"/>
                          <a:cs typeface="Times New Roman"/>
                          <a:sym typeface="Times New Roman"/>
                        </a:rPr>
                        <a:t> Real-time performance</a:t>
                      </a:r>
                    </a:p>
                  </a:txBody>
                  <a:tcPr marL="12700" marR="12700" marT="12700" marB="12700" anchor="ctr" anchorCtr="0" horzOverflow="overflow">
                    <a:lnL w="4445">
                      <a:solidFill>
                        <a:srgbClr val="000000"/>
                      </a:solidFill>
                      <a:miter lim="400000"/>
                    </a:lnL>
                    <a:lnR w="12700">
                      <a:solidFill>
                        <a:srgbClr val="000000"/>
                      </a:solidFill>
                      <a:miter lim="400000"/>
                    </a:lnR>
                    <a:lnT w="4445">
                      <a:solidFill>
                        <a:srgbClr val="000000"/>
                      </a:solidFill>
                      <a:miter lim="400000"/>
                    </a:lnT>
                    <a:lnB w="4445">
                      <a:solidFill>
                        <a:srgbClr val="000000"/>
                      </a:solidFill>
                      <a:miter lim="400000"/>
                    </a:lnB>
                    <a:noFill/>
                  </a:tcPr>
                </a:tc>
              </a:tr>
              <a:tr h="571288">
                <a:tc>
                  <a:txBody>
                    <a:bodyPr/>
                    <a:lstStyle/>
                    <a:p>
                      <a:pPr algn="ctr" defTabSz="457200">
                        <a:defRPr sz="1800"/>
                      </a:pPr>
                      <a:r>
                        <a:rPr b="1" sz="1300">
                          <a:latin typeface="Times New Roman"/>
                          <a:ea typeface="Times New Roman"/>
                          <a:cs typeface="Times New Roman"/>
                          <a:sym typeface="Times New Roman"/>
                        </a:rPr>
                        <a:t>Maintainability</a:t>
                      </a:r>
                    </a:p>
                  </a:txBody>
                  <a:tcPr marL="12700" marR="12700" marT="12700" marB="12700" anchor="ctr" anchorCtr="0" horzOverflow="overflow">
                    <a:lnL w="12700">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solidFill>
                      <a:srgbClr val="FFFFFF"/>
                    </a:solidFill>
                  </a:tcPr>
                </a:tc>
                <a:tc>
                  <a:txBody>
                    <a:bodyPr/>
                    <a:lstStyle/>
                    <a:p>
                      <a:pPr algn="ctr" defTabSz="457200">
                        <a:defRPr sz="1800"/>
                      </a:pPr>
                      <a:r>
                        <a:rPr sz="1300">
                          <a:latin typeface="Times New Roman"/>
                          <a:ea typeface="Times New Roman"/>
                          <a:cs typeface="Times New Roman"/>
                          <a:sym typeface="Times New Roman"/>
                        </a:rPr>
                        <a:t>9/10</a:t>
                      </a:r>
                    </a:p>
                  </a:txBody>
                  <a:tcPr marL="12700" marR="12700" marT="12700" marB="12700" anchor="ctr"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solidFill>
                      <a:srgbClr val="FFFFFF"/>
                    </a:solidFill>
                  </a:tcPr>
                </a:tc>
                <a:tc>
                  <a:txBody>
                    <a:bodyPr/>
                    <a:lstStyle/>
                    <a:p>
                      <a:pPr algn="ctr" defTabSz="457200">
                        <a:defRPr sz="1800"/>
                      </a:pPr>
                      <a:r>
                        <a:rPr sz="1300">
                          <a:latin typeface="Times New Roman"/>
                          <a:ea typeface="Times New Roman"/>
                          <a:cs typeface="Times New Roman"/>
                          <a:sym typeface="Times New Roman"/>
                        </a:rPr>
                        <a:t>10/10</a:t>
                      </a:r>
                    </a:p>
                  </a:txBody>
                  <a:tcPr marL="12700" marR="12700" marT="12700" marB="12700" anchor="ctr"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solidFill>
                      <a:srgbClr val="FFFFFF"/>
                    </a:solidFill>
                  </a:tcPr>
                </a:tc>
                <a:tc>
                  <a:txBody>
                    <a:bodyPr/>
                    <a:lstStyle/>
                    <a:p>
                      <a:pPr algn="ctr" defTabSz="457200">
                        <a:defRPr sz="1800"/>
                      </a:pPr>
                      <a:r>
                        <a:rPr sz="1300">
                          <a:latin typeface="Times New Roman"/>
                          <a:ea typeface="Times New Roman"/>
                          <a:cs typeface="Times New Roman"/>
                          <a:sym typeface="Times New Roman"/>
                        </a:rPr>
                        <a:t>Add documentation and clearer code structure</a:t>
                      </a:r>
                    </a:p>
                  </a:txBody>
                  <a:tcPr marL="12700" marR="12700" marT="12700" marB="12700" anchor="ctr" anchorCtr="0" horzOverflow="overflow">
                    <a:lnL w="4445">
                      <a:solidFill>
                        <a:srgbClr val="000000"/>
                      </a:solidFill>
                      <a:miter lim="400000"/>
                    </a:lnL>
                    <a:lnR w="12700">
                      <a:solidFill>
                        <a:srgbClr val="000000"/>
                      </a:solidFill>
                      <a:miter lim="400000"/>
                    </a:lnR>
                    <a:lnT w="4445">
                      <a:solidFill>
                        <a:srgbClr val="000000"/>
                      </a:solidFill>
                      <a:miter lim="400000"/>
                    </a:lnT>
                    <a:lnB w="4445">
                      <a:solidFill>
                        <a:srgbClr val="000000"/>
                      </a:solidFill>
                      <a:miter lim="400000"/>
                    </a:lnB>
                    <a:solidFill>
                      <a:srgbClr val="FFFFFF"/>
                    </a:solidFill>
                  </a:tcPr>
                </a:tc>
              </a:tr>
              <a:tr h="571288">
                <a:tc>
                  <a:txBody>
                    <a:bodyPr/>
                    <a:lstStyle/>
                    <a:p>
                      <a:pPr algn="ctr" defTabSz="457200">
                        <a:defRPr sz="1800"/>
                      </a:pPr>
                      <a:r>
                        <a:rPr b="1" sz="1300">
                          <a:latin typeface="Times New Roman"/>
                          <a:ea typeface="Times New Roman"/>
                          <a:cs typeface="Times New Roman"/>
                          <a:sym typeface="Times New Roman"/>
                        </a:rPr>
                        <a:t>Scalability</a:t>
                      </a:r>
                    </a:p>
                  </a:txBody>
                  <a:tcPr marL="12700" marR="12700" marT="12700" marB="12700" anchor="ctr" anchorCtr="0" horzOverflow="overflow">
                    <a:lnL w="12700">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ctr" defTabSz="457200">
                        <a:defRPr sz="1800"/>
                      </a:pPr>
                      <a:r>
                        <a:rPr sz="1300">
                          <a:latin typeface="Times New Roman"/>
                          <a:ea typeface="Times New Roman"/>
                          <a:cs typeface="Times New Roman"/>
                          <a:sym typeface="Times New Roman"/>
                        </a:rPr>
                        <a:t>8/10</a:t>
                      </a:r>
                    </a:p>
                  </a:txBody>
                  <a:tcPr marL="12700" marR="12700" marT="12700" marB="12700" anchor="ctr"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ctr" defTabSz="457200">
                        <a:defRPr sz="1800"/>
                      </a:pPr>
                      <a:r>
                        <a:rPr sz="1300">
                          <a:latin typeface="Times New Roman"/>
                          <a:ea typeface="Times New Roman"/>
                          <a:cs typeface="Times New Roman"/>
                          <a:sym typeface="Times New Roman"/>
                        </a:rPr>
                        <a:t>10/10</a:t>
                      </a:r>
                    </a:p>
                  </a:txBody>
                  <a:tcPr marL="12700" marR="12700" marT="12700" marB="12700" anchor="ctr"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ctr" defTabSz="457200">
                        <a:defRPr sz="1800"/>
                      </a:pPr>
                      <a:r>
                        <a:rPr sz="1300">
                          <a:latin typeface="Times New Roman"/>
                          <a:ea typeface="Times New Roman"/>
                          <a:cs typeface="Times New Roman"/>
                          <a:sym typeface="Times New Roman"/>
                        </a:rPr>
                        <a:t>Use flexible design</a:t>
                      </a:r>
                    </a:p>
                  </a:txBody>
                  <a:tcPr marL="12700" marR="12700" marT="12700" marB="12700" anchor="ctr" anchorCtr="0" horzOverflow="overflow">
                    <a:lnL w="4445">
                      <a:solidFill>
                        <a:srgbClr val="000000"/>
                      </a:solidFill>
                      <a:miter lim="400000"/>
                    </a:lnL>
                    <a:lnR w="12700">
                      <a:solidFill>
                        <a:srgbClr val="000000"/>
                      </a:solidFill>
                      <a:miter lim="400000"/>
                    </a:lnR>
                    <a:lnT w="4445">
                      <a:solidFill>
                        <a:srgbClr val="000000"/>
                      </a:solidFill>
                      <a:miter lim="400000"/>
                    </a:lnT>
                    <a:lnB w="4445">
                      <a:solidFill>
                        <a:srgbClr val="000000"/>
                      </a:solidFill>
                      <a:miter lim="400000"/>
                    </a:lnB>
                    <a:noFill/>
                  </a:tcPr>
                </a:tc>
              </a:tr>
              <a:tr h="571288">
                <a:tc>
                  <a:txBody>
                    <a:bodyPr/>
                    <a:lstStyle/>
                    <a:p>
                      <a:pPr algn="ctr" defTabSz="457200">
                        <a:defRPr sz="1800"/>
                      </a:pPr>
                      <a:r>
                        <a:rPr b="1" sz="1300">
                          <a:latin typeface="Times New Roman"/>
                          <a:ea typeface="Times New Roman"/>
                          <a:cs typeface="Times New Roman"/>
                          <a:sym typeface="Times New Roman"/>
                        </a:rPr>
                        <a:t>Robustness</a:t>
                      </a:r>
                    </a:p>
                  </a:txBody>
                  <a:tcPr marL="12700" marR="12700" marT="12700" marB="12700" anchor="ctr" anchorCtr="0" horzOverflow="overflow">
                    <a:lnL w="12700">
                      <a:solidFill>
                        <a:srgbClr val="000000"/>
                      </a:solidFill>
                      <a:miter lim="400000"/>
                    </a:lnL>
                    <a:lnR w="4445">
                      <a:solidFill>
                        <a:srgbClr val="000000"/>
                      </a:solidFill>
                      <a:miter lim="400000"/>
                    </a:lnR>
                    <a:lnT w="4445">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300">
                          <a:latin typeface="Times New Roman"/>
                          <a:ea typeface="Times New Roman"/>
                          <a:cs typeface="Times New Roman"/>
                          <a:sym typeface="Times New Roman"/>
                        </a:rPr>
                        <a:t>8/10</a:t>
                      </a:r>
                    </a:p>
                  </a:txBody>
                  <a:tcPr marL="12700" marR="12700" marT="12700" marB="12700" anchor="ctr" anchorCtr="0" horzOverflow="overflow">
                    <a:lnL w="4445">
                      <a:solidFill>
                        <a:srgbClr val="000000"/>
                      </a:solidFill>
                      <a:miter lim="400000"/>
                    </a:lnL>
                    <a:lnR w="4445">
                      <a:solidFill>
                        <a:srgbClr val="000000"/>
                      </a:solidFill>
                      <a:miter lim="400000"/>
                    </a:lnR>
                    <a:lnT w="4445">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300">
                          <a:latin typeface="Times New Roman"/>
                          <a:ea typeface="Times New Roman"/>
                          <a:cs typeface="Times New Roman"/>
                          <a:sym typeface="Times New Roman"/>
                        </a:rPr>
                        <a:t>10/10</a:t>
                      </a:r>
                    </a:p>
                  </a:txBody>
                  <a:tcPr marL="12700" marR="12700" marT="12700" marB="12700" anchor="ctr" anchorCtr="0" horzOverflow="overflow">
                    <a:lnL w="4445">
                      <a:solidFill>
                        <a:srgbClr val="000000"/>
                      </a:solidFill>
                      <a:miter lim="400000"/>
                    </a:lnL>
                    <a:lnR w="4445">
                      <a:solidFill>
                        <a:srgbClr val="000000"/>
                      </a:solidFill>
                      <a:miter lim="400000"/>
                    </a:lnR>
                    <a:lnT w="4445">
                      <a:solidFill>
                        <a:srgbClr val="000000"/>
                      </a:solidFill>
                      <a:miter lim="400000"/>
                    </a:lnT>
                    <a:lnB w="12700">
                      <a:solidFill>
                        <a:srgbClr val="000000"/>
                      </a:solidFill>
                      <a:miter lim="400000"/>
                    </a:lnB>
                    <a:solidFill>
                      <a:srgbClr val="FFFFFF"/>
                    </a:solidFill>
                  </a:tcPr>
                </a:tc>
                <a:tc>
                  <a:txBody>
                    <a:bodyPr/>
                    <a:lstStyle/>
                    <a:p>
                      <a:pPr algn="ctr" defTabSz="457200">
                        <a:defRPr sz="1800"/>
                      </a:pPr>
                      <a:r>
                        <a:rPr sz="1300">
                          <a:latin typeface="Times New Roman"/>
                          <a:ea typeface="Times New Roman"/>
                          <a:cs typeface="Times New Roman"/>
                          <a:sym typeface="Times New Roman"/>
                        </a:rPr>
                        <a:t>Improve filtering</a:t>
                      </a:r>
                    </a:p>
                  </a:txBody>
                  <a:tcPr marL="12700" marR="12700" marT="12700" marB="12700" anchor="ctr" anchorCtr="0" horzOverflow="overflow">
                    <a:lnL w="4445">
                      <a:solidFill>
                        <a:srgbClr val="000000"/>
                      </a:solidFill>
                      <a:miter lim="400000"/>
                    </a:lnL>
                    <a:lnR w="12700">
                      <a:solidFill>
                        <a:srgbClr val="000000"/>
                      </a:solidFill>
                      <a:miter lim="400000"/>
                    </a:lnR>
                    <a:lnT w="4445">
                      <a:solidFill>
                        <a:srgbClr val="000000"/>
                      </a:solidFill>
                      <a:miter lim="400000"/>
                    </a:lnT>
                    <a:lnB w="12700">
                      <a:solidFill>
                        <a:srgbClr val="000000"/>
                      </a:solidFill>
                      <a:miter lim="400000"/>
                    </a:lnB>
                    <a:solidFill>
                      <a:srgbClr val="FFFFFF"/>
                    </a:solidFill>
                  </a:tcPr>
                </a:tc>
              </a:tr>
            </a:tbl>
          </a:graphicData>
        </a:graphic>
      </p:graphicFrame>
      <p:pic>
        <p:nvPicPr>
          <p:cNvPr id="181" name="Grafik 43" descr="Grafik 43"/>
          <p:cNvPicPr>
            <a:picLocks noChangeAspect="1"/>
          </p:cNvPicPr>
          <p:nvPr/>
        </p:nvPicPr>
        <p:blipFill>
          <a:blip r:embed="rId3">
            <a:extLst/>
          </a:blip>
          <a:stretch>
            <a:fillRect/>
          </a:stretch>
        </p:blipFill>
        <p:spPr>
          <a:xfrm>
            <a:off x="7098671" y="5315318"/>
            <a:ext cx="5116763" cy="1542682"/>
          </a:xfrm>
          <a:prstGeom prst="rect">
            <a:avLst/>
          </a:prstGeom>
          <a:ln w="12700">
            <a:miter lim="400000"/>
          </a:ln>
        </p:spPr>
      </p:pic>
      <p:sp>
        <p:nvSpPr>
          <p:cNvPr id="182" name="Foliennummernplatzhalter 5"/>
          <p:cNvSpPr txBox="1"/>
          <p:nvPr>
            <p:ph type="sldNum" sz="quarter" idx="2"/>
          </p:nvPr>
        </p:nvSpPr>
        <p:spPr>
          <a:xfrm>
            <a:off x="11500299" y="6173735"/>
            <a:ext cx="233324" cy="3327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86" name="Group"/>
          <p:cNvGrpSpPr/>
          <p:nvPr/>
        </p:nvGrpSpPr>
        <p:grpSpPr>
          <a:xfrm>
            <a:off x="1166552" y="1819568"/>
            <a:ext cx="3723719" cy="4130092"/>
            <a:chOff x="0" y="0"/>
            <a:chExt cx="3723717" cy="4130090"/>
          </a:xfrm>
        </p:grpSpPr>
        <p:pic>
          <p:nvPicPr>
            <p:cNvPr id="184" name="Screenshot 2025-11-27 at 14.55.46.png" descr="Screenshot 2025-11-27 at 14.55.46.png"/>
            <p:cNvPicPr>
              <a:picLocks noChangeAspect="0"/>
            </p:cNvPicPr>
            <p:nvPr/>
          </p:nvPicPr>
          <p:blipFill>
            <a:blip r:embed="rId3">
              <a:extLst/>
            </a:blip>
            <a:stretch>
              <a:fillRect/>
            </a:stretch>
          </p:blipFill>
          <p:spPr>
            <a:xfrm>
              <a:off x="0" y="0"/>
              <a:ext cx="3723718" cy="3647491"/>
            </a:xfrm>
            <a:prstGeom prst="rect">
              <a:avLst/>
            </a:prstGeom>
            <a:ln w="12700" cap="flat">
              <a:noFill/>
              <a:miter lim="400000"/>
            </a:ln>
            <a:effectLst>
              <a:outerShdw sx="100000" sy="100000" kx="0" ky="0" algn="b" rotWithShape="0" blurRad="254000" dist="127000" dir="16200000">
                <a:srgbClr val="000000">
                  <a:alpha val="70000"/>
                </a:srgbClr>
              </a:outerShdw>
            </a:effectLst>
          </p:spPr>
        </p:pic>
        <p:sp>
          <p:nvSpPr>
            <p:cNvPr id="185" name="Caption"/>
            <p:cNvSpPr/>
            <p:nvPr/>
          </p:nvSpPr>
          <p:spPr>
            <a:xfrm>
              <a:off x="0" y="3749090"/>
              <a:ext cx="3723718" cy="381001"/>
            </a:xfrm>
            <a:prstGeom prst="roundRect">
              <a:avLst>
                <a:gd name="adj" fmla="val 0"/>
              </a:avLst>
            </a:prstGeom>
            <a:solidFill>
              <a:srgbClr val="000000">
                <a:alpha val="0"/>
              </a:srgbClr>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p>
              <a:pPr/>
              <a:r>
                <a:t>Target Values</a:t>
              </a:r>
            </a:p>
          </p:txBody>
        </p:sp>
      </p:grpSp>
      <p:sp>
        <p:nvSpPr>
          <p:cNvPr id="187" name="Foliennummernplatzhalter 5"/>
          <p:cNvSpPr txBox="1"/>
          <p:nvPr>
            <p:ph type="sldNum" sz="quarter" idx="2"/>
          </p:nvPr>
        </p:nvSpPr>
        <p:spPr>
          <a:xfrm>
            <a:off x="11500299" y="6173735"/>
            <a:ext cx="233324" cy="3327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190" name="Group"/>
          <p:cNvGrpSpPr/>
          <p:nvPr/>
        </p:nvGrpSpPr>
        <p:grpSpPr>
          <a:xfrm>
            <a:off x="6548177" y="1819474"/>
            <a:ext cx="3721498" cy="4130300"/>
            <a:chOff x="0" y="0"/>
            <a:chExt cx="3721496" cy="4130298"/>
          </a:xfrm>
        </p:grpSpPr>
        <p:pic>
          <p:nvPicPr>
            <p:cNvPr id="188" name="Screenshot 2025-11-27 at 15.11.24.png" descr="Screenshot 2025-11-27 at 15.11.24.png"/>
            <p:cNvPicPr>
              <a:picLocks noChangeAspect="0"/>
            </p:cNvPicPr>
            <p:nvPr/>
          </p:nvPicPr>
          <p:blipFill>
            <a:blip r:embed="rId4">
              <a:extLst/>
            </a:blip>
            <a:srcRect l="0" t="291" r="0" b="291"/>
            <a:stretch>
              <a:fillRect/>
            </a:stretch>
          </p:blipFill>
          <p:spPr>
            <a:xfrm>
              <a:off x="0" y="0"/>
              <a:ext cx="3721431" cy="3647699"/>
            </a:xfrm>
            <a:prstGeom prst="rect">
              <a:avLst/>
            </a:prstGeom>
            <a:ln w="12700" cap="flat">
              <a:noFill/>
              <a:miter lim="400000"/>
            </a:ln>
            <a:effectLst>
              <a:outerShdw sx="100000" sy="100000" kx="0" ky="0" algn="b" rotWithShape="0" blurRad="254000" dist="127000" dir="16200000">
                <a:srgbClr val="000000">
                  <a:alpha val="70000"/>
                </a:srgbClr>
              </a:outerShdw>
            </a:effectLst>
          </p:spPr>
        </p:pic>
        <p:sp>
          <p:nvSpPr>
            <p:cNvPr id="189" name="Caption"/>
            <p:cNvSpPr/>
            <p:nvPr/>
          </p:nvSpPr>
          <p:spPr>
            <a:xfrm>
              <a:off x="0" y="3749298"/>
              <a:ext cx="3721497" cy="381001"/>
            </a:xfrm>
            <a:prstGeom prst="roundRect">
              <a:avLst>
                <a:gd name="adj" fmla="val 0"/>
              </a:avLst>
            </a:prstGeom>
            <a:solidFill>
              <a:srgbClr val="000000">
                <a:alpha val="0"/>
              </a:srgbClr>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p>
              <a:pPr/>
              <a:r>
                <a:t>Current Values</a:t>
              </a:r>
            </a:p>
          </p:txBody>
        </p:sp>
      </p:grpSp>
      <p:grpSp>
        <p:nvGrpSpPr>
          <p:cNvPr id="193" name="Textplatzhalter 1"/>
          <p:cNvGrpSpPr/>
          <p:nvPr/>
        </p:nvGrpSpPr>
        <p:grpSpPr>
          <a:xfrm>
            <a:off x="5489283" y="482229"/>
            <a:ext cx="5327224" cy="648069"/>
            <a:chOff x="0" y="0"/>
            <a:chExt cx="5327223" cy="648067"/>
          </a:xfrm>
        </p:grpSpPr>
        <p:sp>
          <p:nvSpPr>
            <p:cNvPr id="191" name="Rectangle"/>
            <p:cNvSpPr/>
            <p:nvPr/>
          </p:nvSpPr>
          <p:spPr>
            <a:xfrm>
              <a:off x="0" y="-1"/>
              <a:ext cx="5327224" cy="648069"/>
            </a:xfrm>
            <a:prstGeom prst="rect">
              <a:avLst/>
            </a:prstGeom>
            <a:solidFill>
              <a:srgbClr val="0C2C65"/>
            </a:solidFill>
            <a:ln w="12700" cap="flat">
              <a:noFill/>
              <a:miter lim="400000"/>
            </a:ln>
            <a:effectLst/>
          </p:spPr>
          <p:txBody>
            <a:bodyPr wrap="square" lIns="45719" tIns="45719" rIns="45719" bIns="45719" numCol="1" anchor="t">
              <a:noAutofit/>
            </a:bodyPr>
            <a:lstStyle/>
            <a:p>
              <a:pPr>
                <a:lnSpc>
                  <a:spcPts val="4800"/>
                </a:lnSpc>
                <a:defRPr sz="4000">
                  <a:solidFill>
                    <a:srgbClr val="0C2C65"/>
                  </a:solidFill>
                  <a:latin typeface="Segoe UI"/>
                  <a:ea typeface="Segoe UI"/>
                  <a:cs typeface="Segoe UI"/>
                  <a:sym typeface="Segoe UI"/>
                </a:defRPr>
              </a:pPr>
            </a:p>
          </p:txBody>
        </p:sp>
        <p:sp>
          <p:nvSpPr>
            <p:cNvPr id="192" name="Spider Web Diagrams"/>
            <p:cNvSpPr txBox="1"/>
            <p:nvPr/>
          </p:nvSpPr>
          <p:spPr>
            <a:xfrm>
              <a:off x="0" y="-1"/>
              <a:ext cx="5237305" cy="6031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defTabSz="896111">
                <a:lnSpc>
                  <a:spcPts val="4700"/>
                </a:lnSpc>
                <a:defRPr sz="4214">
                  <a:solidFill>
                    <a:srgbClr val="FFFFFF"/>
                  </a:solidFill>
                  <a:latin typeface="Times New Roman"/>
                  <a:ea typeface="Times New Roman"/>
                  <a:cs typeface="Times New Roman"/>
                  <a:sym typeface="Times New Roman"/>
                </a:defRPr>
              </a:lvl1pPr>
            </a:lstStyle>
            <a:p>
              <a:pPr/>
              <a:r>
                <a:t>Spider Web Diagrams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Foliennummernplatzhalter 5"/>
          <p:cNvSpPr txBox="1"/>
          <p:nvPr>
            <p:ph type="sldNum" sz="quarter" idx="2"/>
          </p:nvPr>
        </p:nvSpPr>
        <p:spPr>
          <a:xfrm>
            <a:off x="11500299" y="6173735"/>
            <a:ext cx="233324" cy="3327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200" name="Textplatzhalter 1"/>
          <p:cNvGrpSpPr/>
          <p:nvPr/>
        </p:nvGrpSpPr>
        <p:grpSpPr>
          <a:xfrm>
            <a:off x="687280" y="489178"/>
            <a:ext cx="3353148" cy="680222"/>
            <a:chOff x="0" y="0"/>
            <a:chExt cx="3353147" cy="680220"/>
          </a:xfrm>
        </p:grpSpPr>
        <p:sp>
          <p:nvSpPr>
            <p:cNvPr id="198" name="Rectangle"/>
            <p:cNvSpPr/>
            <p:nvPr/>
          </p:nvSpPr>
          <p:spPr>
            <a:xfrm>
              <a:off x="0" y="-1"/>
              <a:ext cx="3353148" cy="680222"/>
            </a:xfrm>
            <a:prstGeom prst="rect">
              <a:avLst/>
            </a:prstGeom>
            <a:solidFill>
              <a:srgbClr val="0C2C65"/>
            </a:solidFill>
            <a:ln w="12700" cap="flat">
              <a:noFill/>
              <a:miter lim="400000"/>
            </a:ln>
            <a:effectLst/>
          </p:spPr>
          <p:txBody>
            <a:bodyPr wrap="square" lIns="45719" tIns="45719" rIns="45719" bIns="45719" numCol="1" anchor="t">
              <a:noAutofit/>
            </a:bodyPr>
            <a:lstStyle/>
            <a:p>
              <a:pPr>
                <a:lnSpc>
                  <a:spcPts val="4800"/>
                </a:lnSpc>
                <a:defRPr sz="4000">
                  <a:solidFill>
                    <a:srgbClr val="0C2C65"/>
                  </a:solidFill>
                  <a:latin typeface="Segoe UI"/>
                  <a:ea typeface="Segoe UI"/>
                  <a:cs typeface="Segoe UI"/>
                  <a:sym typeface="Segoe UI"/>
                </a:defRPr>
              </a:pPr>
            </a:p>
          </p:txBody>
        </p:sp>
        <p:sp>
          <p:nvSpPr>
            <p:cNvPr id="199" name="References"/>
            <p:cNvSpPr txBox="1"/>
            <p:nvPr/>
          </p:nvSpPr>
          <p:spPr>
            <a:xfrm>
              <a:off x="7860" y="-1"/>
              <a:ext cx="3296550" cy="6330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a:lnSpc>
                  <a:spcPts val="4800"/>
                </a:lnSpc>
                <a:defRPr sz="4000">
                  <a:solidFill>
                    <a:srgbClr val="FFFFFF"/>
                  </a:solidFill>
                  <a:latin typeface="Times New Roman"/>
                  <a:ea typeface="Times New Roman"/>
                  <a:cs typeface="Times New Roman"/>
                  <a:sym typeface="Times New Roman"/>
                </a:defRPr>
              </a:lvl1pPr>
            </a:lstStyle>
            <a:p>
              <a:pPr/>
              <a:r>
                <a:t> References</a:t>
              </a:r>
            </a:p>
          </p:txBody>
        </p:sp>
      </p:grpSp>
      <p:sp>
        <p:nvSpPr>
          <p:cNvPr id="201" name="Textplatzhalter 5"/>
          <p:cNvSpPr txBox="1"/>
          <p:nvPr/>
        </p:nvSpPr>
        <p:spPr>
          <a:xfrm>
            <a:off x="624525" y="1560391"/>
            <a:ext cx="7804995" cy="25059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60421" indent="-160421" defTabSz="457200">
              <a:spcBef>
                <a:spcPts val="1200"/>
              </a:spcBef>
              <a:buClr>
                <a:srgbClr val="000000"/>
              </a:buClr>
              <a:buSzPct val="100000"/>
              <a:buChar char="•"/>
              <a:defRPr sz="1600" u="sng">
                <a:solidFill>
                  <a:srgbClr val="0000EE"/>
                </a:solidFill>
                <a:latin typeface="Times New Roman"/>
                <a:ea typeface="Times New Roman"/>
                <a:cs typeface="Times New Roman"/>
                <a:sym typeface="Times New Roman"/>
              </a:defRPr>
            </a:pPr>
            <a:r>
              <a:rPr>
                <a:solidFill>
                  <a:srgbClr val="949494"/>
                </a:solidFill>
                <a:uFill>
                  <a:solidFill>
                    <a:srgbClr val="949494"/>
                  </a:solidFill>
                </a:uFill>
              </a:rPr>
              <a:t>Embarc. (n.d.). Architecture cheat sheet 1: Architecture overview [PDF].</a:t>
            </a:r>
            <a:br>
              <a:rPr>
                <a:solidFill>
                  <a:srgbClr val="949494"/>
                </a:solidFill>
                <a:uFill>
                  <a:solidFill>
                    <a:srgbClr val="949494"/>
                  </a:solidFill>
                </a:uFill>
              </a:rPr>
            </a:br>
            <a:r>
              <a:rPr>
                <a:solidFill>
                  <a:srgbClr val="949494"/>
                </a:solidFill>
                <a:uFill>
                  <a:solidFill>
                    <a:srgbClr val="949494"/>
                  </a:solidFill>
                </a:uFill>
                <a:hlinkClick r:id="rId2" invalidUrl="" action="" tgtFrame="" tooltip="" history="1" highlightClick="0" endSnd="0"/>
              </a:rPr>
              <a:t>https://www.embarc.de/downloads/cheat-sheets/01/architecture-cheat-sheet-1-architecture-overview.pdf</a:t>
            </a:r>
            <a:endParaRPr>
              <a:solidFill>
                <a:srgbClr val="949494"/>
              </a:solidFill>
              <a:uFill>
                <a:solidFill>
                  <a:srgbClr val="949494"/>
                </a:solidFill>
              </a:uFill>
            </a:endParaRPr>
          </a:p>
          <a:p>
            <a:pPr marL="160421" indent="-160421" defTabSz="457200">
              <a:spcBef>
                <a:spcPts val="1200"/>
              </a:spcBef>
              <a:buClr>
                <a:srgbClr val="000000"/>
              </a:buClr>
              <a:buSzPct val="100000"/>
              <a:buChar char="•"/>
              <a:defRPr sz="1600">
                <a:latin typeface="Times New Roman"/>
                <a:ea typeface="Times New Roman"/>
                <a:cs typeface="Times New Roman"/>
                <a:sym typeface="Times New Roman"/>
              </a:defRPr>
            </a:pPr>
            <a:r>
              <a:rPr u="sng">
                <a:solidFill>
                  <a:srgbClr val="949494"/>
                </a:solidFill>
                <a:uFill>
                  <a:solidFill>
                    <a:srgbClr val="949494"/>
                  </a:solidFill>
                </a:uFill>
              </a:rPr>
              <a:t>Fowler, M. (2003). Who needs an architect? [PDF]. IEEE Software.</a:t>
            </a:r>
            <a:br>
              <a:rPr u="sng">
                <a:solidFill>
                  <a:srgbClr val="949494"/>
                </a:solidFill>
                <a:uFill>
                  <a:solidFill>
                    <a:srgbClr val="949494"/>
                  </a:solidFill>
                </a:uFill>
              </a:rPr>
            </a:br>
            <a:r>
              <a:rPr u="sng">
                <a:solidFill>
                  <a:srgbClr val="949494"/>
                </a:solidFill>
                <a:uFill>
                  <a:solidFill>
                    <a:srgbClr val="949494"/>
                  </a:solidFill>
                </a:uFill>
                <a:hlinkClick r:id="rId3" invalidUrl="" action="" tgtFrame="" tooltip="" history="1" highlightClick="0" endSnd="0"/>
              </a:rPr>
              <a:t>https://martinfowler.com/ieeeSoftware/whoNeedsArchitect.pdf</a:t>
            </a:r>
            <a:endParaRPr u="sng">
              <a:solidFill>
                <a:srgbClr val="949494"/>
              </a:solidFill>
              <a:uFill>
                <a:solidFill>
                  <a:srgbClr val="949494"/>
                </a:solidFill>
              </a:uFill>
            </a:endParaRPr>
          </a:p>
          <a:p>
            <a:pPr marL="160421" indent="-160421" defTabSz="457200">
              <a:spcBef>
                <a:spcPts val="1200"/>
              </a:spcBef>
              <a:buClr>
                <a:srgbClr val="000000"/>
              </a:buClr>
              <a:buSzPct val="100000"/>
              <a:buChar char="•"/>
              <a:defRPr sz="1600" u="sng">
                <a:solidFill>
                  <a:srgbClr val="0000EE"/>
                </a:solidFill>
                <a:latin typeface="Times New Roman"/>
                <a:ea typeface="Times New Roman"/>
                <a:cs typeface="Times New Roman"/>
                <a:sym typeface="Times New Roman"/>
              </a:defRPr>
            </a:pPr>
            <a:r>
              <a:rPr>
                <a:solidFill>
                  <a:srgbClr val="949494"/>
                </a:solidFill>
                <a:uFill>
                  <a:solidFill>
                    <a:srgbClr val="949494"/>
                  </a:solidFill>
                </a:uFill>
              </a:rPr>
              <a:t>Embarc. (n.d.). Leichtgewichtige Reviews [Web page].</a:t>
            </a:r>
            <a:br>
              <a:rPr>
                <a:solidFill>
                  <a:srgbClr val="949494"/>
                </a:solidFill>
                <a:uFill>
                  <a:solidFill>
                    <a:srgbClr val="949494"/>
                  </a:solidFill>
                </a:uFill>
              </a:rPr>
            </a:br>
            <a:r>
              <a:rPr>
                <a:solidFill>
                  <a:srgbClr val="949494"/>
                </a:solidFill>
                <a:uFill>
                  <a:solidFill>
                    <a:srgbClr val="949494"/>
                  </a:solidFill>
                </a:uFill>
                <a:hlinkClick r:id="rId4" invalidUrl="" action="" tgtFrame="" tooltip="" history="1" highlightClick="0" endSnd="0"/>
              </a:rPr>
              <a:t>https://www.embarc.de/architektur-spicker/12-leichtgewichtige-reviews/</a:t>
            </a:r>
            <a:endParaRPr>
              <a:solidFill>
                <a:srgbClr val="949494"/>
              </a:solidFill>
              <a:uFill>
                <a:solidFill>
                  <a:srgbClr val="949494"/>
                </a:solidFill>
              </a:uFill>
            </a:endParaRPr>
          </a:p>
          <a:p>
            <a:pPr marL="160421" indent="-160421" defTabSz="457200">
              <a:spcBef>
                <a:spcPts val="1200"/>
              </a:spcBef>
              <a:buClr>
                <a:srgbClr val="000000"/>
              </a:buClr>
              <a:buSzPct val="100000"/>
              <a:buChar char="•"/>
              <a:defRPr sz="1600" u="sng">
                <a:solidFill>
                  <a:srgbClr val="0000EE"/>
                </a:solidFill>
                <a:latin typeface="Times New Roman"/>
                <a:ea typeface="Times New Roman"/>
                <a:cs typeface="Times New Roman"/>
                <a:sym typeface="Times New Roman"/>
              </a:defRPr>
            </a:pPr>
            <a:r>
              <a:rPr>
                <a:solidFill>
                  <a:srgbClr val="949494"/>
                </a:solidFill>
                <a:uFill>
                  <a:solidFill>
                    <a:srgbClr val="949494"/>
                  </a:solidFill>
                </a:uFill>
              </a:rPr>
              <a:t>Verma, R. IoT Project – RockyBorg [PDF]. GitHub.</a:t>
            </a:r>
            <a:br>
              <a:rPr>
                <a:solidFill>
                  <a:srgbClr val="949494"/>
                </a:solidFill>
                <a:uFill>
                  <a:solidFill>
                    <a:srgbClr val="949494"/>
                  </a:solidFill>
                </a:uFill>
              </a:rPr>
            </a:br>
            <a:r>
              <a:rPr>
                <a:solidFill>
                  <a:srgbClr val="949494"/>
                </a:solidFill>
                <a:uFill>
                  <a:solidFill>
                    <a:srgbClr val="949494"/>
                  </a:solidFill>
                </a:uFill>
                <a:hlinkClick r:id="rId5" invalidUrl="" action="" tgtFrame="" tooltip="" history="1" highlightClick="0" endSnd="0"/>
              </a:rPr>
              <a:t>https://github.com/RaviVermarv05/RockyBorg/blob/main/IOT%20Project_Rockyborg.pdf</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A7A7A7"/>
      </a:dk2>
      <a:lt2>
        <a:srgbClr val="535353"/>
      </a:lt2>
      <a:accent1>
        <a:srgbClr val="C32E26"/>
      </a:accent1>
      <a:accent2>
        <a:srgbClr val="E63329"/>
      </a:accent2>
      <a:accent3>
        <a:srgbClr val="C90F30"/>
      </a:accent3>
      <a:accent4>
        <a:srgbClr val="0077BD"/>
      </a:accent4>
      <a:accent5>
        <a:srgbClr val="004991"/>
      </a:accent5>
      <a:accent6>
        <a:srgbClr val="DADADA"/>
      </a:accent6>
      <a:hlink>
        <a:srgbClr val="0000FF"/>
      </a:hlink>
      <a:folHlink>
        <a:srgbClr val="FF00FF"/>
      </a:folHlink>
    </a:clrScheme>
    <a:fontScheme name="Office">
      <a:majorFont>
        <a:latin typeface="Calibri"/>
        <a:ea typeface="Calibri"/>
        <a:cs typeface="Calibri"/>
      </a:majorFont>
      <a:minorFont>
        <a:latin typeface="Helvetica"/>
        <a:ea typeface="Helvetica"/>
        <a:cs typeface="Helvetic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a:themeElements>
    <a:clrScheme name="Office">
      <a:dk1>
        <a:srgbClr val="000000"/>
      </a:dk1>
      <a:lt1>
        <a:srgbClr val="FFFFFF"/>
      </a:lt1>
      <a:dk2>
        <a:srgbClr val="A7A7A7"/>
      </a:dk2>
      <a:lt2>
        <a:srgbClr val="535353"/>
      </a:lt2>
      <a:accent1>
        <a:srgbClr val="C32E26"/>
      </a:accent1>
      <a:accent2>
        <a:srgbClr val="E63329"/>
      </a:accent2>
      <a:accent3>
        <a:srgbClr val="C90F30"/>
      </a:accent3>
      <a:accent4>
        <a:srgbClr val="0077BD"/>
      </a:accent4>
      <a:accent5>
        <a:srgbClr val="004991"/>
      </a:accent5>
      <a:accent6>
        <a:srgbClr val="DADADA"/>
      </a:accent6>
      <a:hlink>
        <a:srgbClr val="0000FF"/>
      </a:hlink>
      <a:folHlink>
        <a:srgbClr val="FF00FF"/>
      </a:folHlink>
    </a:clrScheme>
    <a:fontScheme name="Office">
      <a:majorFont>
        <a:latin typeface="Calibri"/>
        <a:ea typeface="Calibri"/>
        <a:cs typeface="Calibri"/>
      </a:majorFont>
      <a:minorFont>
        <a:latin typeface="Helvetica"/>
        <a:ea typeface="Helvetica"/>
        <a:cs typeface="Helvetic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Proxima Nova"/>
            <a:ea typeface="Proxima Nova"/>
            <a:cs typeface="Proxima Nova"/>
            <a:sym typeface="Proxima Nov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